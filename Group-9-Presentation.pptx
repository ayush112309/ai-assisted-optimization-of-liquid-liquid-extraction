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Montserrat" charset="1" panose="00000500000000000000"/>
      <p:regular r:id="rId29"/>
    </p:embeddedFont>
    <p:embeddedFont>
      <p:font typeface="Arimo" charset="1" panose="020B0604020202020204"/>
      <p:regular r:id="rId30"/>
    </p:embeddedFont>
    <p:embeddedFont>
      <p:font typeface="Roboto Italics" charset="1" panose="02000000000000000000"/>
      <p:regular r:id="rId31"/>
    </p:embeddedFont>
    <p:embeddedFont>
      <p:font typeface="Roboto Bold Italics" charset="1" panose="02000000000000000000"/>
      <p:regular r:id="rId32"/>
    </p:embeddedFont>
    <p:embeddedFont>
      <p:font typeface="Montserrat Thin" charset="1" panose="00000300000000000000"/>
      <p:regular r:id="rId33"/>
    </p:embeddedFont>
    <p:embeddedFont>
      <p:font typeface="Montserrat Bold" charset="1" panose="00000800000000000000"/>
      <p:regular r:id="rId34"/>
    </p:embeddedFont>
    <p:embeddedFont>
      <p:font typeface="Roboto" charset="1" panose="02000000000000000000"/>
      <p:regular r:id="rId35"/>
    </p:embeddedFont>
    <p:embeddedFont>
      <p:font typeface="Open Sans" charset="1" panose="020B0606030504020204"/>
      <p:regular r:id="rId36"/>
    </p:embeddedFont>
    <p:embeddedFont>
      <p:font typeface="Arial Bold" charset="1" panose="020B0704020202020204"/>
      <p:regular r:id="rId37"/>
    </p:embeddedFont>
    <p:embeddedFont>
      <p:font typeface="Arimo Bold" charset="1" panose="020B07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jpe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jpe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jpeg" Type="http://schemas.openxmlformats.org/officeDocument/2006/relationships/image"/><Relationship Id="rId11" Target="../media/image26.jpe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jpeg" Type="http://schemas.openxmlformats.org/officeDocument/2006/relationships/image"/><Relationship Id="rId15" Target="../media/image30.jpeg" Type="http://schemas.openxmlformats.org/officeDocument/2006/relationships/image"/><Relationship Id="rId2" Target="../media/image17.jpeg" Type="http://schemas.openxmlformats.org/officeDocument/2006/relationships/image"/><Relationship Id="rId3" Target="../media/image18.jpe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jpeg" Type="http://schemas.openxmlformats.org/officeDocument/2006/relationships/image"/><Relationship Id="rId7" Target="../media/image22.jpe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jpeg" Type="http://schemas.openxmlformats.org/officeDocument/2006/relationships/image"/><Relationship Id="rId11" Target="../media/image54.jpeg" Type="http://schemas.openxmlformats.org/officeDocument/2006/relationships/image"/><Relationship Id="rId12" Target="../media/image55.jpeg" Type="http://schemas.openxmlformats.org/officeDocument/2006/relationships/image"/><Relationship Id="rId13" Target="../media/image56.jpeg" Type="http://schemas.openxmlformats.org/officeDocument/2006/relationships/image"/><Relationship Id="rId2" Target="../media/image45.jpeg" Type="http://schemas.openxmlformats.org/officeDocument/2006/relationships/image"/><Relationship Id="rId3" Target="../media/image46.png" Type="http://schemas.openxmlformats.org/officeDocument/2006/relationships/image"/><Relationship Id="rId4" Target="../media/image47.svg" Type="http://schemas.openxmlformats.org/officeDocument/2006/relationships/image"/><Relationship Id="rId5" Target="../media/image48.jpeg" Type="http://schemas.openxmlformats.org/officeDocument/2006/relationships/image"/><Relationship Id="rId6" Target="../media/image49.png" Type="http://schemas.openxmlformats.org/officeDocument/2006/relationships/image"/><Relationship Id="rId7" Target="../media/image50.svg" Type="http://schemas.openxmlformats.org/officeDocument/2006/relationships/image"/><Relationship Id="rId8" Target="../media/image51.png" Type="http://schemas.openxmlformats.org/officeDocument/2006/relationships/image"/><Relationship Id="rId9" Target="../media/image5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png" Type="http://schemas.openxmlformats.org/officeDocument/2006/relationships/image"/><Relationship Id="rId3" Target="../media/image6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2.png" Type="http://schemas.openxmlformats.org/officeDocument/2006/relationships/image"/><Relationship Id="rId3" Target="../media/image6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svg" Type="http://schemas.openxmlformats.org/officeDocument/2006/relationships/image"/><Relationship Id="rId11" Target="../media/image74.jpe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media/image77.jpeg" Type="http://schemas.openxmlformats.org/officeDocument/2006/relationships/image"/><Relationship Id="rId15" Target="../media/image78.png" Type="http://schemas.openxmlformats.org/officeDocument/2006/relationships/image"/><Relationship Id="rId16" Target="../media/image79.svg" Type="http://schemas.openxmlformats.org/officeDocument/2006/relationships/image"/><Relationship Id="rId17" Target="../media/image80.jpeg" Type="http://schemas.openxmlformats.org/officeDocument/2006/relationships/image"/><Relationship Id="rId18" Target="../media/image81.png" Type="http://schemas.openxmlformats.org/officeDocument/2006/relationships/image"/><Relationship Id="rId19" Target="../media/image82.svg" Type="http://schemas.openxmlformats.org/officeDocument/2006/relationships/image"/><Relationship Id="rId2" Target="../media/image65.jpeg" Type="http://schemas.openxmlformats.org/officeDocument/2006/relationships/image"/><Relationship Id="rId20" Target="../media/image83.jpeg" Type="http://schemas.openxmlformats.org/officeDocument/2006/relationships/image"/><Relationship Id="rId21" Target="../media/image84.png" Type="http://schemas.openxmlformats.org/officeDocument/2006/relationships/image"/><Relationship Id="rId22" Target="../media/image85.svg" Type="http://schemas.openxmlformats.org/officeDocument/2006/relationships/image"/><Relationship Id="rId23" Target="../media/image86.jpeg" Type="http://schemas.openxmlformats.org/officeDocument/2006/relationships/image"/><Relationship Id="rId24" Target="../media/image87.png" Type="http://schemas.openxmlformats.org/officeDocument/2006/relationships/image"/><Relationship Id="rId25" Target="../media/image88.svg" Type="http://schemas.openxmlformats.org/officeDocument/2006/relationships/image"/><Relationship Id="rId26" Target="../media/image89.jpeg" Type="http://schemas.openxmlformats.org/officeDocument/2006/relationships/image"/><Relationship Id="rId27" Target="../media/image90.png" Type="http://schemas.openxmlformats.org/officeDocument/2006/relationships/image"/><Relationship Id="rId28" Target="../media/image91.svg" Type="http://schemas.openxmlformats.org/officeDocument/2006/relationships/image"/><Relationship Id="rId29" Target="../media/image92.jpeg" Type="http://schemas.openxmlformats.org/officeDocument/2006/relationships/image"/><Relationship Id="rId3" Target="../media/image66.png" Type="http://schemas.openxmlformats.org/officeDocument/2006/relationships/image"/><Relationship Id="rId30" Target="../media/image93.png" Type="http://schemas.openxmlformats.org/officeDocument/2006/relationships/image"/><Relationship Id="rId31" Target="../media/image94.svg" Type="http://schemas.openxmlformats.org/officeDocument/2006/relationships/image"/><Relationship Id="rId32" Target="../media/image95.jpeg" Type="http://schemas.openxmlformats.org/officeDocument/2006/relationships/image"/><Relationship Id="rId33" Target="../media/image96.png" Type="http://schemas.openxmlformats.org/officeDocument/2006/relationships/image"/><Relationship Id="rId34" Target="../media/image97.svg" Type="http://schemas.openxmlformats.org/officeDocument/2006/relationships/image"/><Relationship Id="rId35" Target="../media/image98.jpeg" Type="http://schemas.openxmlformats.org/officeDocument/2006/relationships/image"/><Relationship Id="rId36" Target="../media/image99.png" Type="http://schemas.openxmlformats.org/officeDocument/2006/relationships/image"/><Relationship Id="rId37" Target="../media/image100.svg" Type="http://schemas.openxmlformats.org/officeDocument/2006/relationships/image"/><Relationship Id="rId38" Target="../media/image101.jpeg" Type="http://schemas.openxmlformats.org/officeDocument/2006/relationships/image"/><Relationship Id="rId39" Target="../media/image102.png" Type="http://schemas.openxmlformats.org/officeDocument/2006/relationships/image"/><Relationship Id="rId4" Target="../media/image67.svg" Type="http://schemas.openxmlformats.org/officeDocument/2006/relationships/image"/><Relationship Id="rId40" Target="../media/image103.svg" Type="http://schemas.openxmlformats.org/officeDocument/2006/relationships/image"/><Relationship Id="rId41" Target="../media/image104.jpeg" Type="http://schemas.openxmlformats.org/officeDocument/2006/relationships/image"/><Relationship Id="rId42" Target="../media/image105.png" Type="http://schemas.openxmlformats.org/officeDocument/2006/relationships/image"/><Relationship Id="rId43" Target="../media/image106.svg" Type="http://schemas.openxmlformats.org/officeDocument/2006/relationships/image"/><Relationship Id="rId44" Target="../media/image107.jpeg" Type="http://schemas.openxmlformats.org/officeDocument/2006/relationships/image"/><Relationship Id="rId45" Target="../media/image108.jpeg" Type="http://schemas.openxmlformats.org/officeDocument/2006/relationships/image"/><Relationship Id="rId46" Target="../media/image109.jpeg" Type="http://schemas.openxmlformats.org/officeDocument/2006/relationships/image"/><Relationship Id="rId47" Target="../media/image110.jpeg" Type="http://schemas.openxmlformats.org/officeDocument/2006/relationships/image"/><Relationship Id="rId5" Target="../media/image68.jpe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jpeg" Type="http://schemas.openxmlformats.org/officeDocument/2006/relationships/image"/><Relationship Id="rId9" Target="../media/image7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2.png" Type="http://schemas.openxmlformats.org/officeDocument/2006/relationships/image"/><Relationship Id="rId3" Target="../media/image11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5.jpeg" Type="http://schemas.openxmlformats.org/officeDocument/2006/relationships/image"/><Relationship Id="rId3" Target="../media/image116.png" Type="http://schemas.openxmlformats.org/officeDocument/2006/relationships/image"/><Relationship Id="rId4" Target="../media/image117.svg" Type="http://schemas.openxmlformats.org/officeDocument/2006/relationships/image"/><Relationship Id="rId5" Target="../media/image118.jpeg" Type="http://schemas.openxmlformats.org/officeDocument/2006/relationships/image"/><Relationship Id="rId6" Target="../media/image119.png" Type="http://schemas.openxmlformats.org/officeDocument/2006/relationships/image"/><Relationship Id="rId7" Target="../media/image120.svg" Type="http://schemas.openxmlformats.org/officeDocument/2006/relationships/image"/><Relationship Id="rId8" Target="../media/image121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2.jpeg" Type="http://schemas.openxmlformats.org/officeDocument/2006/relationships/image"/><Relationship Id="rId3" Target="../media/image123.jpeg" Type="http://schemas.openxmlformats.org/officeDocument/2006/relationships/image"/><Relationship Id="rId4" Target="../media/image124.jpeg" Type="http://schemas.openxmlformats.org/officeDocument/2006/relationships/image"/><Relationship Id="rId5" Target="../media/image125.png" Type="http://schemas.openxmlformats.org/officeDocument/2006/relationships/image"/><Relationship Id="rId6" Target="../media/image126.svg" Type="http://schemas.openxmlformats.org/officeDocument/2006/relationships/image"/><Relationship Id="rId7" Target="../media/image127.png" Type="http://schemas.openxmlformats.org/officeDocument/2006/relationships/image"/><Relationship Id="rId8" Target="../media/image12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jpeg" Type="http://schemas.openxmlformats.org/officeDocument/2006/relationships/image"/><Relationship Id="rId11" Target="../media/image138.jpeg" Type="http://schemas.openxmlformats.org/officeDocument/2006/relationships/image"/><Relationship Id="rId2" Target="../media/image129.jpeg" Type="http://schemas.openxmlformats.org/officeDocument/2006/relationships/image"/><Relationship Id="rId3" Target="../media/image130.png" Type="http://schemas.openxmlformats.org/officeDocument/2006/relationships/image"/><Relationship Id="rId4" Target="../media/image131.svg" Type="http://schemas.openxmlformats.org/officeDocument/2006/relationships/image"/><Relationship Id="rId5" Target="../media/image132.jpeg" Type="http://schemas.openxmlformats.org/officeDocument/2006/relationships/image"/><Relationship Id="rId6" Target="../media/image133.jpeg" Type="http://schemas.openxmlformats.org/officeDocument/2006/relationships/image"/><Relationship Id="rId7" Target="../media/image134.png" Type="http://schemas.openxmlformats.org/officeDocument/2006/relationships/image"/><Relationship Id="rId8" Target="../media/image135.svg" Type="http://schemas.openxmlformats.org/officeDocument/2006/relationships/image"/><Relationship Id="rId9" Target="../media/image136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7.svg" Type="http://schemas.openxmlformats.org/officeDocument/2006/relationships/image"/><Relationship Id="rId11" Target="../media/image148.jpeg" Type="http://schemas.openxmlformats.org/officeDocument/2006/relationships/image"/><Relationship Id="rId12" Target="../media/image149.png" Type="http://schemas.openxmlformats.org/officeDocument/2006/relationships/image"/><Relationship Id="rId13" Target="../media/image150.svg" Type="http://schemas.openxmlformats.org/officeDocument/2006/relationships/image"/><Relationship Id="rId2" Target="../media/image139.jpeg" Type="http://schemas.openxmlformats.org/officeDocument/2006/relationships/image"/><Relationship Id="rId3" Target="../media/image140.png" Type="http://schemas.openxmlformats.org/officeDocument/2006/relationships/image"/><Relationship Id="rId4" Target="../media/image141.svg" Type="http://schemas.openxmlformats.org/officeDocument/2006/relationships/image"/><Relationship Id="rId5" Target="../media/image142.jpeg" Type="http://schemas.openxmlformats.org/officeDocument/2006/relationships/image"/><Relationship Id="rId6" Target="../media/image143.png" Type="http://schemas.openxmlformats.org/officeDocument/2006/relationships/image"/><Relationship Id="rId7" Target="../media/image144.svg" Type="http://schemas.openxmlformats.org/officeDocument/2006/relationships/image"/><Relationship Id="rId8" Target="../media/image145.jpeg" Type="http://schemas.openxmlformats.org/officeDocument/2006/relationships/image"/><Relationship Id="rId9" Target="../media/image14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25" y="0"/>
            <a:ext cx="18288000" cy="10389931"/>
          </a:xfrm>
          <a:custGeom>
            <a:avLst/>
            <a:gdLst/>
            <a:ahLst/>
            <a:cxnLst/>
            <a:rect r="r" b="b" t="t" l="l"/>
            <a:pathLst>
              <a:path h="10389931" w="18288000">
                <a:moveTo>
                  <a:pt x="0" y="0"/>
                </a:moveTo>
                <a:lnTo>
                  <a:pt x="18288000" y="0"/>
                </a:lnTo>
                <a:lnTo>
                  <a:pt x="18288000" y="10389931"/>
                </a:lnTo>
                <a:lnTo>
                  <a:pt x="0" y="10389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05652" y="4064102"/>
            <a:ext cx="5188099" cy="1607435"/>
            <a:chOff x="0" y="0"/>
            <a:chExt cx="4092448" cy="126796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92448" cy="1267968"/>
            </a:xfrm>
            <a:custGeom>
              <a:avLst/>
              <a:gdLst/>
              <a:ahLst/>
              <a:cxnLst/>
              <a:rect r="r" b="b" t="t" l="l"/>
              <a:pathLst>
                <a:path h="1267968" w="4092448">
                  <a:moveTo>
                    <a:pt x="3911854" y="54356"/>
                  </a:moveTo>
                  <a:cubicBezTo>
                    <a:pt x="3922268" y="54356"/>
                    <a:pt x="3932174" y="56388"/>
                    <a:pt x="3941699" y="60325"/>
                  </a:cubicBezTo>
                  <a:cubicBezTo>
                    <a:pt x="3951224" y="64262"/>
                    <a:pt x="3959606" y="69977"/>
                    <a:pt x="3966972" y="77216"/>
                  </a:cubicBezTo>
                  <a:cubicBezTo>
                    <a:pt x="3974338" y="84455"/>
                    <a:pt x="3979926" y="92964"/>
                    <a:pt x="3983863" y="102489"/>
                  </a:cubicBezTo>
                  <a:cubicBezTo>
                    <a:pt x="3987800" y="112014"/>
                    <a:pt x="3989832" y="122047"/>
                    <a:pt x="3989832" y="132334"/>
                  </a:cubicBezTo>
                  <a:lnTo>
                    <a:pt x="3989832" y="1046099"/>
                  </a:lnTo>
                  <a:cubicBezTo>
                    <a:pt x="3989832" y="1056386"/>
                    <a:pt x="3987927" y="1066419"/>
                    <a:pt x="3983863" y="1075944"/>
                  </a:cubicBezTo>
                  <a:cubicBezTo>
                    <a:pt x="3979799" y="1085469"/>
                    <a:pt x="3974211" y="1093978"/>
                    <a:pt x="3966972" y="1101217"/>
                  </a:cubicBezTo>
                  <a:cubicBezTo>
                    <a:pt x="3959733" y="1108456"/>
                    <a:pt x="3951224" y="1114171"/>
                    <a:pt x="3941699" y="1118108"/>
                  </a:cubicBezTo>
                  <a:cubicBezTo>
                    <a:pt x="3932174" y="1122045"/>
                    <a:pt x="3922141" y="1124077"/>
                    <a:pt x="3911854" y="1124077"/>
                  </a:cubicBezTo>
                  <a:lnTo>
                    <a:pt x="101219" y="1124077"/>
                  </a:lnTo>
                  <a:lnTo>
                    <a:pt x="101219" y="54356"/>
                  </a:lnTo>
                  <a:close/>
                  <a:moveTo>
                    <a:pt x="0" y="0"/>
                  </a:moveTo>
                  <a:lnTo>
                    <a:pt x="0" y="1267968"/>
                  </a:lnTo>
                  <a:lnTo>
                    <a:pt x="4092448" y="1267968"/>
                  </a:lnTo>
                  <a:lnTo>
                    <a:pt x="4092448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298313" y="3956763"/>
            <a:ext cx="5402762" cy="1822098"/>
          </a:xfrm>
          <a:custGeom>
            <a:avLst/>
            <a:gdLst/>
            <a:ahLst/>
            <a:cxnLst/>
            <a:rect r="r" b="b" t="t" l="l"/>
            <a:pathLst>
              <a:path h="1822098" w="5402762">
                <a:moveTo>
                  <a:pt x="0" y="0"/>
                </a:moveTo>
                <a:lnTo>
                  <a:pt x="5402761" y="0"/>
                </a:lnTo>
                <a:lnTo>
                  <a:pt x="5402761" y="1822097"/>
                </a:lnTo>
                <a:lnTo>
                  <a:pt x="0" y="18220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01944" y="4064102"/>
            <a:ext cx="5172643" cy="1607435"/>
            <a:chOff x="0" y="0"/>
            <a:chExt cx="4080256" cy="12679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80256" cy="1267968"/>
            </a:xfrm>
            <a:custGeom>
              <a:avLst/>
              <a:gdLst/>
              <a:ahLst/>
              <a:cxnLst/>
              <a:rect r="r" b="b" t="t" l="l"/>
              <a:pathLst>
                <a:path h="1267968" w="4080256">
                  <a:moveTo>
                    <a:pt x="3901313" y="54356"/>
                  </a:moveTo>
                  <a:cubicBezTo>
                    <a:pt x="3911600" y="54356"/>
                    <a:pt x="3921633" y="56388"/>
                    <a:pt x="3931158" y="60325"/>
                  </a:cubicBezTo>
                  <a:cubicBezTo>
                    <a:pt x="3940683" y="64262"/>
                    <a:pt x="3949192" y="69977"/>
                    <a:pt x="3956431" y="77216"/>
                  </a:cubicBezTo>
                  <a:cubicBezTo>
                    <a:pt x="3963670" y="84455"/>
                    <a:pt x="3969385" y="92964"/>
                    <a:pt x="3973322" y="102489"/>
                  </a:cubicBezTo>
                  <a:cubicBezTo>
                    <a:pt x="3977259" y="112014"/>
                    <a:pt x="3979291" y="122047"/>
                    <a:pt x="3979291" y="132334"/>
                  </a:cubicBezTo>
                  <a:lnTo>
                    <a:pt x="3979291" y="1046099"/>
                  </a:lnTo>
                  <a:cubicBezTo>
                    <a:pt x="3979291" y="1056386"/>
                    <a:pt x="3977259" y="1066419"/>
                    <a:pt x="3973322" y="1075944"/>
                  </a:cubicBezTo>
                  <a:cubicBezTo>
                    <a:pt x="3969385" y="1085469"/>
                    <a:pt x="3963670" y="1093978"/>
                    <a:pt x="3956431" y="1101217"/>
                  </a:cubicBezTo>
                  <a:cubicBezTo>
                    <a:pt x="3949192" y="1108456"/>
                    <a:pt x="3940683" y="1114171"/>
                    <a:pt x="3931158" y="1118108"/>
                  </a:cubicBezTo>
                  <a:cubicBezTo>
                    <a:pt x="3921633" y="1122045"/>
                    <a:pt x="3911600" y="1124077"/>
                    <a:pt x="3901313" y="1124077"/>
                  </a:cubicBezTo>
                  <a:lnTo>
                    <a:pt x="101854" y="1124077"/>
                  </a:lnTo>
                  <a:lnTo>
                    <a:pt x="101854" y="54356"/>
                  </a:lnTo>
                  <a:close/>
                  <a:moveTo>
                    <a:pt x="0" y="0"/>
                  </a:moveTo>
                  <a:lnTo>
                    <a:pt x="0" y="1267968"/>
                  </a:lnTo>
                  <a:lnTo>
                    <a:pt x="4080256" y="1267968"/>
                  </a:lnTo>
                  <a:lnTo>
                    <a:pt x="4080256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594604" y="3956763"/>
            <a:ext cx="5387305" cy="1822098"/>
          </a:xfrm>
          <a:custGeom>
            <a:avLst/>
            <a:gdLst/>
            <a:ahLst/>
            <a:cxnLst/>
            <a:rect r="r" b="b" t="t" l="l"/>
            <a:pathLst>
              <a:path h="1822098" w="5387305">
                <a:moveTo>
                  <a:pt x="0" y="0"/>
                </a:moveTo>
                <a:lnTo>
                  <a:pt x="5387306" y="0"/>
                </a:lnTo>
                <a:lnTo>
                  <a:pt x="5387306" y="1822097"/>
                </a:lnTo>
                <a:lnTo>
                  <a:pt x="0" y="1822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87931" y="4064102"/>
            <a:ext cx="5182947" cy="1607435"/>
            <a:chOff x="0" y="0"/>
            <a:chExt cx="4088384" cy="126796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88384" cy="1267968"/>
            </a:xfrm>
            <a:custGeom>
              <a:avLst/>
              <a:gdLst/>
              <a:ahLst/>
              <a:cxnLst/>
              <a:rect r="r" b="b" t="t" l="l"/>
              <a:pathLst>
                <a:path h="1267968" w="4088384">
                  <a:moveTo>
                    <a:pt x="3910076" y="54356"/>
                  </a:moveTo>
                  <a:cubicBezTo>
                    <a:pt x="3920363" y="54356"/>
                    <a:pt x="3930396" y="56388"/>
                    <a:pt x="3939921" y="60325"/>
                  </a:cubicBezTo>
                  <a:cubicBezTo>
                    <a:pt x="3949446" y="64262"/>
                    <a:pt x="3957955" y="69977"/>
                    <a:pt x="3965194" y="77216"/>
                  </a:cubicBezTo>
                  <a:cubicBezTo>
                    <a:pt x="3972433" y="84455"/>
                    <a:pt x="3978148" y="92964"/>
                    <a:pt x="3982085" y="102489"/>
                  </a:cubicBezTo>
                  <a:cubicBezTo>
                    <a:pt x="3986022" y="112014"/>
                    <a:pt x="3988054" y="122047"/>
                    <a:pt x="3988054" y="132334"/>
                  </a:cubicBezTo>
                  <a:lnTo>
                    <a:pt x="3988054" y="1046099"/>
                  </a:lnTo>
                  <a:cubicBezTo>
                    <a:pt x="3988054" y="1056386"/>
                    <a:pt x="3986022" y="1066419"/>
                    <a:pt x="3982085" y="1075944"/>
                  </a:cubicBezTo>
                  <a:cubicBezTo>
                    <a:pt x="3978148" y="1085469"/>
                    <a:pt x="3972433" y="1093978"/>
                    <a:pt x="3965194" y="1101217"/>
                  </a:cubicBezTo>
                  <a:cubicBezTo>
                    <a:pt x="3957955" y="1108456"/>
                    <a:pt x="3949446" y="1114171"/>
                    <a:pt x="3939921" y="1118108"/>
                  </a:cubicBezTo>
                  <a:cubicBezTo>
                    <a:pt x="3930396" y="1122045"/>
                    <a:pt x="3920363" y="1124077"/>
                    <a:pt x="3910076" y="1124077"/>
                  </a:cubicBezTo>
                  <a:lnTo>
                    <a:pt x="99314" y="1124077"/>
                  </a:lnTo>
                  <a:lnTo>
                    <a:pt x="99314" y="54356"/>
                  </a:lnTo>
                  <a:close/>
                  <a:moveTo>
                    <a:pt x="0" y="0"/>
                  </a:moveTo>
                  <a:lnTo>
                    <a:pt x="0" y="1267968"/>
                  </a:lnTo>
                  <a:lnTo>
                    <a:pt x="4088384" y="1267968"/>
                  </a:lnTo>
                  <a:lnTo>
                    <a:pt x="4088384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7339" y="107339"/>
            <a:ext cx="169502" cy="10170213"/>
            <a:chOff x="0" y="0"/>
            <a:chExt cx="100279" cy="60168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329" cy="6016755"/>
            </a:xfrm>
            <a:custGeom>
              <a:avLst/>
              <a:gdLst/>
              <a:ahLst/>
              <a:cxnLst/>
              <a:rect r="r" b="b" t="t" l="l"/>
              <a:pathLst>
                <a:path h="6016755" w="100329">
                  <a:moveTo>
                    <a:pt x="0" y="0"/>
                  </a:moveTo>
                  <a:lnTo>
                    <a:pt x="0" y="6016755"/>
                  </a:lnTo>
                  <a:lnTo>
                    <a:pt x="100329" y="6016755"/>
                  </a:lnTo>
                  <a:lnTo>
                    <a:pt x="100329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1880592" y="3956763"/>
            <a:ext cx="5397610" cy="1822098"/>
          </a:xfrm>
          <a:custGeom>
            <a:avLst/>
            <a:gdLst/>
            <a:ahLst/>
            <a:cxnLst/>
            <a:rect r="r" b="b" t="t" l="l"/>
            <a:pathLst>
              <a:path h="1822098" w="5397610">
                <a:moveTo>
                  <a:pt x="0" y="0"/>
                </a:moveTo>
                <a:lnTo>
                  <a:pt x="5397609" y="0"/>
                </a:lnTo>
                <a:lnTo>
                  <a:pt x="5397609" y="1822097"/>
                </a:lnTo>
                <a:lnTo>
                  <a:pt x="0" y="1822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19866" y="202266"/>
            <a:ext cx="14616966" cy="255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3514" spc="119">
                <a:solidFill>
                  <a:srgbClr val="3949AB"/>
                </a:solidFill>
                <a:latin typeface="Montserrat"/>
                <a:ea typeface="Montserrat"/>
                <a:cs typeface="Montserrat"/>
                <a:sym typeface="Montserrat"/>
              </a:rPr>
              <a:t>MASS TRANSFER II PROJECT</a:t>
            </a:r>
          </a:p>
          <a:p>
            <a:pPr algn="l">
              <a:lnSpc>
                <a:spcPts val="7967"/>
              </a:lnSpc>
            </a:pPr>
            <a:r>
              <a:rPr lang="en-US" sz="6628">
                <a:solidFill>
                  <a:srgbClr val="1A237E"/>
                </a:solidFill>
                <a:latin typeface="Montserrat"/>
                <a:ea typeface="Montserrat"/>
                <a:cs typeface="Montserrat"/>
                <a:sym typeface="Montserrat"/>
              </a:rPr>
              <a:t>AI-Assisted Optimization of Liquid– Liquid Extraction Process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58886" y="4377148"/>
            <a:ext cx="250031" cy="4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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51024" y="4377148"/>
            <a:ext cx="250031" cy="4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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43387" y="4377148"/>
            <a:ext cx="250031" cy="45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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54385" y="4393042"/>
            <a:ext cx="1332905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Kaushal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46523" y="4393042"/>
            <a:ext cx="1419939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Grishma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74210" y="4393042"/>
            <a:ext cx="1032629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212121"/>
                </a:solidFill>
                <a:latin typeface="Montserrat"/>
                <a:ea typeface="Montserrat"/>
                <a:cs typeface="Montserrat"/>
                <a:sym typeface="Montserrat"/>
              </a:rPr>
              <a:t>Ayush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58886" y="4954888"/>
            <a:ext cx="3582233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 i="true">
                <a:solidFill>
                  <a:srgbClr val="61616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Machine Learning &amp; Optimization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51024" y="4954888"/>
            <a:ext cx="4515922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 i="true">
                <a:solidFill>
                  <a:srgbClr val="61616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Crosscurrent &amp; Countercurrent Simulation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43387" y="4954888"/>
            <a:ext cx="4431030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 i="true">
                <a:solidFill>
                  <a:srgbClr val="616161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GUI Development &amp; Equilibrium Modeling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59529" y="9446738"/>
            <a:ext cx="4454009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sz="1957" i="true">
                <a:solidFill>
                  <a:srgbClr val="78909C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Indian Institute of Technology Hyderabad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81798" y="8149781"/>
            <a:ext cx="3776438" cy="86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8"/>
              </a:lnSpc>
            </a:pPr>
            <a:r>
              <a:rPr lang="en-US" b="true" sz="2027" i="true">
                <a:solidFill>
                  <a:srgbClr val="546E7A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Instructor: Lopamudra Giri</a:t>
            </a:r>
          </a:p>
          <a:p>
            <a:pPr algn="l">
              <a:lnSpc>
                <a:spcPts val="3548"/>
              </a:lnSpc>
            </a:pPr>
            <a:r>
              <a:rPr lang="en-US" b="true" sz="2027" i="true">
                <a:solidFill>
                  <a:srgbClr val="546E7A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Course: Mass Transfer II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373836" y="8856224"/>
            <a:ext cx="2733913" cy="522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97"/>
              </a:lnSpc>
            </a:pPr>
            <a:r>
              <a:rPr lang="en-US" sz="3069">
                <a:solidFill>
                  <a:srgbClr val="1A237E"/>
                </a:solidFill>
                <a:latin typeface="Montserrat"/>
                <a:ea typeface="Montserrat"/>
                <a:cs typeface="Montserrat"/>
                <a:sym typeface="Montserrat"/>
              </a:rPr>
              <a:t>IIT Hyderabad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85017"/>
          </a:xfrm>
          <a:custGeom>
            <a:avLst/>
            <a:gdLst/>
            <a:ahLst/>
            <a:cxnLst/>
            <a:rect r="r" b="b" t="t" l="l"/>
            <a:pathLst>
              <a:path h="10385017" w="18288000">
                <a:moveTo>
                  <a:pt x="0" y="0"/>
                </a:moveTo>
                <a:lnTo>
                  <a:pt x="18288000" y="0"/>
                </a:lnTo>
                <a:lnTo>
                  <a:pt x="18288000" y="10385017"/>
                </a:lnTo>
                <a:lnTo>
                  <a:pt x="0" y="10385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00778" y="2250610"/>
            <a:ext cx="8439122" cy="8016650"/>
            <a:chOff x="0" y="0"/>
            <a:chExt cx="6656832" cy="632358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56832" cy="6323584"/>
            </a:xfrm>
            <a:custGeom>
              <a:avLst/>
              <a:gdLst/>
              <a:ahLst/>
              <a:cxnLst/>
              <a:rect r="r" b="b" t="t" l="l"/>
              <a:pathLst>
                <a:path h="6323584" w="6656832">
                  <a:moveTo>
                    <a:pt x="6286881" y="203581"/>
                  </a:moveTo>
                  <a:cubicBezTo>
                    <a:pt x="6303137" y="203581"/>
                    <a:pt x="6318758" y="206629"/>
                    <a:pt x="6333744" y="212852"/>
                  </a:cubicBezTo>
                  <a:cubicBezTo>
                    <a:pt x="6348730" y="219075"/>
                    <a:pt x="6362065" y="227965"/>
                    <a:pt x="6373495" y="239395"/>
                  </a:cubicBezTo>
                  <a:cubicBezTo>
                    <a:pt x="6384925" y="250825"/>
                    <a:pt x="6393815" y="264160"/>
                    <a:pt x="6400038" y="279146"/>
                  </a:cubicBezTo>
                  <a:cubicBezTo>
                    <a:pt x="6406261" y="294132"/>
                    <a:pt x="6409309" y="309753"/>
                    <a:pt x="6409309" y="326009"/>
                  </a:cubicBezTo>
                  <a:lnTo>
                    <a:pt x="6409309" y="5908421"/>
                  </a:lnTo>
                  <a:cubicBezTo>
                    <a:pt x="6409309" y="5924677"/>
                    <a:pt x="6406261" y="5940298"/>
                    <a:pt x="6400038" y="5955284"/>
                  </a:cubicBezTo>
                  <a:cubicBezTo>
                    <a:pt x="6393815" y="5970270"/>
                    <a:pt x="6384925" y="5983605"/>
                    <a:pt x="6373495" y="5995035"/>
                  </a:cubicBezTo>
                  <a:cubicBezTo>
                    <a:pt x="6362065" y="6006465"/>
                    <a:pt x="6348730" y="6015355"/>
                    <a:pt x="6333744" y="6021578"/>
                  </a:cubicBezTo>
                  <a:cubicBezTo>
                    <a:pt x="6318758" y="6027801"/>
                    <a:pt x="6303137" y="6030976"/>
                    <a:pt x="6286881" y="6030976"/>
                  </a:cubicBezTo>
                  <a:lnTo>
                    <a:pt x="370332" y="6030976"/>
                  </a:lnTo>
                  <a:cubicBezTo>
                    <a:pt x="354076" y="6030976"/>
                    <a:pt x="338455" y="6027801"/>
                    <a:pt x="323469" y="6021578"/>
                  </a:cubicBezTo>
                  <a:cubicBezTo>
                    <a:pt x="308483" y="6015355"/>
                    <a:pt x="295148" y="6006465"/>
                    <a:pt x="283718" y="5995035"/>
                  </a:cubicBezTo>
                  <a:cubicBezTo>
                    <a:pt x="272288" y="5983605"/>
                    <a:pt x="263398" y="5970270"/>
                    <a:pt x="257175" y="5955284"/>
                  </a:cubicBezTo>
                  <a:cubicBezTo>
                    <a:pt x="250952" y="5940298"/>
                    <a:pt x="247777" y="5924677"/>
                    <a:pt x="247777" y="5908421"/>
                  </a:cubicBezTo>
                  <a:lnTo>
                    <a:pt x="247777" y="326136"/>
                  </a:lnTo>
                  <a:cubicBezTo>
                    <a:pt x="247777" y="309880"/>
                    <a:pt x="250952" y="294259"/>
                    <a:pt x="257175" y="279273"/>
                  </a:cubicBezTo>
                  <a:cubicBezTo>
                    <a:pt x="263398" y="264287"/>
                    <a:pt x="272288" y="250952"/>
                    <a:pt x="283718" y="239522"/>
                  </a:cubicBezTo>
                  <a:cubicBezTo>
                    <a:pt x="295148" y="228092"/>
                    <a:pt x="308483" y="219202"/>
                    <a:pt x="323469" y="212979"/>
                  </a:cubicBezTo>
                  <a:cubicBezTo>
                    <a:pt x="338455" y="206756"/>
                    <a:pt x="354076" y="203708"/>
                    <a:pt x="370332" y="203708"/>
                  </a:cubicBezTo>
                  <a:close/>
                  <a:moveTo>
                    <a:pt x="0" y="0"/>
                  </a:moveTo>
                  <a:lnTo>
                    <a:pt x="0" y="6323584"/>
                  </a:lnTo>
                  <a:lnTo>
                    <a:pt x="6656832" y="6323584"/>
                  </a:lnTo>
                  <a:lnTo>
                    <a:pt x="6656832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093437" y="2143269"/>
            <a:ext cx="8653787" cy="8231315"/>
          </a:xfrm>
          <a:custGeom>
            <a:avLst/>
            <a:gdLst/>
            <a:ahLst/>
            <a:cxnLst/>
            <a:rect r="r" b="b" t="t" l="l"/>
            <a:pathLst>
              <a:path h="8231315" w="8653787">
                <a:moveTo>
                  <a:pt x="0" y="0"/>
                </a:moveTo>
                <a:lnTo>
                  <a:pt x="8653787" y="0"/>
                </a:lnTo>
                <a:lnTo>
                  <a:pt x="8653787" y="8231316"/>
                </a:lnTo>
                <a:lnTo>
                  <a:pt x="0" y="82313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4875" y="924908"/>
            <a:ext cx="10040697" cy="923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sz="5071">
                <a:solidFill>
                  <a:srgbClr val="1A237E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Problem Statement &amp; Objective</a:t>
            </a:r>
          </a:p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546E7A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Context and Goals of the Mass Transfer II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4875" y="6849151"/>
            <a:ext cx="333375" cy="45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3949AB"/>
                </a:solidFill>
                <a:latin typeface="Arimo"/>
                <a:ea typeface="Arimo"/>
                <a:cs typeface="Arimo"/>
                <a:sym typeface="Arimo"/>
              </a:rPr>
              <a:t>⚠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4875" y="2498502"/>
            <a:ext cx="250031" cy="45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3949AB"/>
                </a:solidFill>
                <a:latin typeface="Arimo"/>
                <a:ea typeface="Arimo"/>
                <a:cs typeface="Arimo"/>
                <a:sym typeface="Arimo"/>
              </a:rPr>
              <a:t>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8669" y="2978773"/>
            <a:ext cx="250031" cy="457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4"/>
              </a:lnSpc>
            </a:pPr>
            <a:r>
              <a:rPr lang="en-US" sz="2624">
                <a:solidFill>
                  <a:srgbClr val="3949AB"/>
                </a:solidFill>
                <a:latin typeface="Arimo"/>
                <a:ea typeface="Arimo"/>
                <a:cs typeface="Arimo"/>
                <a:sym typeface="Arimo"/>
              </a:rPr>
              <a:t>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1567" y="2497201"/>
            <a:ext cx="2345769" cy="48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b="true" sz="2846">
                <a:solidFill>
                  <a:srgbClr val="2835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06891" y="6861970"/>
            <a:ext cx="7013020" cy="48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5"/>
              </a:lnSpc>
            </a:pPr>
            <a:r>
              <a:rPr lang="en-US" b="true" sz="2846">
                <a:solidFill>
                  <a:srgbClr val="28359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Limitations of Conventional Methods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65627" y="4707278"/>
            <a:ext cx="3383399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Pharmaceutical purification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5627" y="5328797"/>
            <a:ext cx="2025729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Food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41961" y="4707278"/>
            <a:ext cx="2284809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Petroleum refining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41961" y="5328797"/>
            <a:ext cx="2708434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Wastewater treatment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8872" y="3135352"/>
            <a:ext cx="7329056" cy="1212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Liquid–liquid extraction is a critical separation technique where a solute is transferred from one liquid phase to another immiscible solvent.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4875" y="7558288"/>
            <a:ext cx="7809585" cy="80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i="true">
                <a:solidFill>
                  <a:srgbClr val="546E7A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Traditional design relies on ternary diagrams and manual calculations, which are: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4875" y="8196257"/>
            <a:ext cx="5356741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sz="2179">
                <a:solidFill>
                  <a:srgbClr val="EF5350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Time consuming and prone to human error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4875" y="8809559"/>
            <a:ext cx="4766786" cy="50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9"/>
              </a:lnSpc>
            </a:pPr>
            <a:r>
              <a:rPr lang="en-US" sz="2179">
                <a:solidFill>
                  <a:srgbClr val="EF5350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Difficult to scale for complex systems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4875" y="9213295"/>
            <a:ext cx="5972294" cy="602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48"/>
              </a:lnSpc>
            </a:pPr>
            <a:r>
              <a:rPr lang="en-US" sz="2179">
                <a:solidFill>
                  <a:srgbClr val="EF5350"/>
                </a:solidFill>
                <a:latin typeface="Roboto"/>
                <a:ea typeface="Roboto"/>
                <a:cs typeface="Roboto"/>
                <a:sym typeface="Roboto"/>
              </a:rPr>
              <a:t>×</a:t>
            </a:r>
            <a:r>
              <a:rPr lang="en-US" b="true" sz="2179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Inefficient for exploring large parameter spaces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4875" y="4524773"/>
            <a:ext cx="2284333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b="true" sz="1957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KEY APPLICATIONS: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4875" y="4911824"/>
            <a:ext cx="116086" cy="27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512">
                <a:solidFill>
                  <a:srgbClr val="EF535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4875" y="5533343"/>
            <a:ext cx="116086" cy="27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512">
                <a:solidFill>
                  <a:srgbClr val="EF535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31193" y="4911824"/>
            <a:ext cx="116086" cy="27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512">
                <a:solidFill>
                  <a:srgbClr val="EF535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31193" y="5533343"/>
            <a:ext cx="116086" cy="27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7"/>
              </a:lnSpc>
            </a:pPr>
            <a:r>
              <a:rPr lang="en-US" sz="1512">
                <a:solidFill>
                  <a:srgbClr val="EF5350"/>
                </a:solidFill>
                <a:latin typeface="Arimo"/>
                <a:ea typeface="Arimo"/>
                <a:cs typeface="Arimo"/>
                <a:sym typeface="Arimo"/>
              </a:rPr>
              <a:t>●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390685" y="2920039"/>
            <a:ext cx="3492698" cy="56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1A237E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Project Objective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38669" y="4082746"/>
            <a:ext cx="6734296" cy="1436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9"/>
              </a:lnSpc>
            </a:pPr>
            <a:r>
              <a:rPr lang="en-US" b="true" sz="2402" i="true">
                <a:solidFill>
                  <a:srgbClr val="37474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To develop a </a:t>
            </a:r>
            <a:r>
              <a:rPr lang="en-US" b="true" sz="2402" i="true">
                <a:solidFill>
                  <a:srgbClr val="1A237E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computational software tool</a:t>
            </a:r>
            <a:r>
              <a:rPr lang="en-US" b="true" sz="2402" i="true">
                <a:solidFill>
                  <a:srgbClr val="37474F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 that modernizes the design process by integrating physics-based modeling with AI.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38669" y="5404896"/>
            <a:ext cx="5724287" cy="6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43A047"/>
                </a:solidFill>
                <a:latin typeface="Roboto"/>
                <a:ea typeface="Roboto"/>
                <a:cs typeface="Roboto"/>
                <a:sym typeface="Roboto"/>
              </a:rPr>
              <a:t></a:t>
            </a:r>
            <a:r>
              <a:rPr lang="en-US" b="true" sz="2402" i="true">
                <a:solidFill>
                  <a:srgbClr val="263238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Model liquid-liquid equilibrium accurately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8669" y="6040535"/>
            <a:ext cx="5844659" cy="6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43A047"/>
                </a:solidFill>
                <a:latin typeface="Roboto"/>
                <a:ea typeface="Roboto"/>
                <a:cs typeface="Roboto"/>
                <a:sym typeface="Roboto"/>
              </a:rPr>
              <a:t></a:t>
            </a:r>
            <a:r>
              <a:rPr lang="en-US" b="true" sz="2402" i="true">
                <a:solidFill>
                  <a:srgbClr val="263238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Simulate multi-stage extraction processes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38669" y="6676190"/>
            <a:ext cx="5249346" cy="6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43A047"/>
                </a:solidFill>
                <a:latin typeface="Roboto"/>
                <a:ea typeface="Roboto"/>
                <a:cs typeface="Roboto"/>
                <a:sym typeface="Roboto"/>
              </a:rPr>
              <a:t></a:t>
            </a:r>
            <a:r>
              <a:rPr lang="en-US" b="true" sz="2402" i="true">
                <a:solidFill>
                  <a:srgbClr val="263238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Analyze process performance metrics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38669" y="7311829"/>
            <a:ext cx="6219349" cy="6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43A047"/>
                </a:solidFill>
                <a:latin typeface="Roboto"/>
                <a:ea typeface="Roboto"/>
                <a:cs typeface="Roboto"/>
                <a:sym typeface="Roboto"/>
              </a:rPr>
              <a:t></a:t>
            </a:r>
            <a:r>
              <a:rPr lang="en-US" b="true" sz="2402" i="true">
                <a:solidFill>
                  <a:srgbClr val="263238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Optimize operating parameters automatically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38669" y="7947484"/>
            <a:ext cx="5726192" cy="679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2402">
                <a:solidFill>
                  <a:srgbClr val="43A047"/>
                </a:solidFill>
                <a:latin typeface="Roboto"/>
                <a:ea typeface="Roboto"/>
                <a:cs typeface="Roboto"/>
                <a:sym typeface="Roboto"/>
              </a:rPr>
              <a:t></a:t>
            </a:r>
            <a:r>
              <a:rPr lang="en-US" b="true" sz="2402" i="true">
                <a:solidFill>
                  <a:srgbClr val="263238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Visualize results interactively in real-time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18065" y="9148706"/>
            <a:ext cx="4682490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b="true" sz="1957" spc="135">
                <a:solidFill>
                  <a:srgbClr val="3949A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GOAL: EFFICIENCY &amp; ACCURACY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4908"/>
            <a:chOff x="0" y="0"/>
            <a:chExt cx="10819384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6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6">
                  <a:moveTo>
                    <a:pt x="0" y="0"/>
                  </a:moveTo>
                  <a:lnTo>
                    <a:pt x="0" y="6016882"/>
                  </a:lnTo>
                  <a:lnTo>
                    <a:pt x="10692256" y="6016882"/>
                  </a:lnTo>
                  <a:lnTo>
                    <a:pt x="10692256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0692256" cy="66802"/>
            </a:xfrm>
            <a:custGeom>
              <a:avLst/>
              <a:gdLst/>
              <a:ahLst/>
              <a:cxnLst/>
              <a:rect r="r" b="b" t="t" l="l"/>
              <a:pathLst>
                <a:path h="66802" w="10692256">
                  <a:moveTo>
                    <a:pt x="0" y="0"/>
                  </a:moveTo>
                  <a:lnTo>
                    <a:pt x="0" y="66802"/>
                  </a:lnTo>
                  <a:lnTo>
                    <a:pt x="10692256" y="66802"/>
                  </a:lnTo>
                  <a:lnTo>
                    <a:pt x="10692256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041274"/>
              <a:ext cx="10692256" cy="5038982"/>
            </a:xfrm>
            <a:custGeom>
              <a:avLst/>
              <a:gdLst/>
              <a:ahLst/>
              <a:cxnLst/>
              <a:rect r="r" b="b" t="t" l="l"/>
              <a:pathLst>
                <a:path h="5038982" w="10692256">
                  <a:moveTo>
                    <a:pt x="0" y="0"/>
                  </a:moveTo>
                  <a:lnTo>
                    <a:pt x="0" y="5038981"/>
                  </a:lnTo>
                  <a:lnTo>
                    <a:pt x="10692256" y="5038981"/>
                  </a:lnTo>
                  <a:lnTo>
                    <a:pt x="10692256" y="0"/>
                  </a:lnTo>
                  <a:close/>
                </a:path>
              </a:pathLst>
            </a:custGeom>
            <a:solidFill>
              <a:srgbClr val="F5F7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8253094" y="3573274"/>
              <a:ext cx="2502662" cy="2506981"/>
            </a:xfrm>
            <a:custGeom>
              <a:avLst/>
              <a:gdLst/>
              <a:ahLst/>
              <a:cxnLst/>
              <a:rect r="r" b="b" t="t" l="l"/>
              <a:pathLst>
                <a:path h="2506981" w="2502662">
                  <a:moveTo>
                    <a:pt x="0" y="0"/>
                  </a:moveTo>
                  <a:lnTo>
                    <a:pt x="0" y="2506981"/>
                  </a:lnTo>
                  <a:lnTo>
                    <a:pt x="2502662" y="2506981"/>
                  </a:lnTo>
                  <a:lnTo>
                    <a:pt x="2502662" y="0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51344" y="2137241"/>
            <a:ext cx="5450853" cy="7795028"/>
            <a:chOff x="0" y="0"/>
            <a:chExt cx="4299712" cy="61488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99712" cy="6148832"/>
            </a:xfrm>
            <a:custGeom>
              <a:avLst/>
              <a:gdLst/>
              <a:ahLst/>
              <a:cxnLst/>
              <a:rect r="r" b="b" t="t" l="l"/>
              <a:pathLst>
                <a:path h="6148832" w="4299712">
                  <a:moveTo>
                    <a:pt x="4116070" y="47879"/>
                  </a:moveTo>
                  <a:cubicBezTo>
                    <a:pt x="4132326" y="47879"/>
                    <a:pt x="4147947" y="51054"/>
                    <a:pt x="4162933" y="57150"/>
                  </a:cubicBezTo>
                  <a:cubicBezTo>
                    <a:pt x="4177919" y="63246"/>
                    <a:pt x="4191127" y="72263"/>
                    <a:pt x="4202684" y="83693"/>
                  </a:cubicBezTo>
                  <a:cubicBezTo>
                    <a:pt x="4214241" y="95123"/>
                    <a:pt x="4223004" y="108458"/>
                    <a:pt x="4229227" y="123444"/>
                  </a:cubicBezTo>
                  <a:cubicBezTo>
                    <a:pt x="4235450" y="138430"/>
                    <a:pt x="4238498" y="154051"/>
                    <a:pt x="4238498" y="170307"/>
                  </a:cubicBezTo>
                  <a:lnTo>
                    <a:pt x="4238498" y="5953252"/>
                  </a:lnTo>
                  <a:cubicBezTo>
                    <a:pt x="4238498" y="5969508"/>
                    <a:pt x="4235450" y="5985129"/>
                    <a:pt x="4229227" y="6000115"/>
                  </a:cubicBezTo>
                  <a:cubicBezTo>
                    <a:pt x="4223004" y="6015101"/>
                    <a:pt x="4214114" y="6028436"/>
                    <a:pt x="4202684" y="6039866"/>
                  </a:cubicBezTo>
                  <a:cubicBezTo>
                    <a:pt x="4191254" y="6051296"/>
                    <a:pt x="4177919" y="6060186"/>
                    <a:pt x="4162933" y="6066409"/>
                  </a:cubicBezTo>
                  <a:cubicBezTo>
                    <a:pt x="4147947" y="6072632"/>
                    <a:pt x="4132199" y="6075807"/>
                    <a:pt x="4116070" y="6075807"/>
                  </a:cubicBezTo>
                  <a:lnTo>
                    <a:pt x="182880" y="6075807"/>
                  </a:lnTo>
                  <a:cubicBezTo>
                    <a:pt x="166624" y="6075807"/>
                    <a:pt x="151003" y="6072759"/>
                    <a:pt x="136017" y="6066409"/>
                  </a:cubicBezTo>
                  <a:cubicBezTo>
                    <a:pt x="121031" y="6060059"/>
                    <a:pt x="107696" y="6051423"/>
                    <a:pt x="96266" y="6039866"/>
                  </a:cubicBezTo>
                  <a:cubicBezTo>
                    <a:pt x="84836" y="6028309"/>
                    <a:pt x="75946" y="6015101"/>
                    <a:pt x="69723" y="6000115"/>
                  </a:cubicBezTo>
                  <a:cubicBezTo>
                    <a:pt x="63500" y="5985129"/>
                    <a:pt x="60452" y="5969508"/>
                    <a:pt x="60452" y="5953252"/>
                  </a:cubicBezTo>
                  <a:lnTo>
                    <a:pt x="60452" y="170434"/>
                  </a:lnTo>
                  <a:cubicBezTo>
                    <a:pt x="60452" y="154178"/>
                    <a:pt x="63500" y="138557"/>
                    <a:pt x="69723" y="123571"/>
                  </a:cubicBezTo>
                  <a:cubicBezTo>
                    <a:pt x="75946" y="108585"/>
                    <a:pt x="84709" y="95250"/>
                    <a:pt x="96139" y="83693"/>
                  </a:cubicBezTo>
                  <a:cubicBezTo>
                    <a:pt x="107569" y="72136"/>
                    <a:pt x="120904" y="63373"/>
                    <a:pt x="135890" y="57150"/>
                  </a:cubicBezTo>
                  <a:cubicBezTo>
                    <a:pt x="150876" y="50927"/>
                    <a:pt x="166497" y="47879"/>
                    <a:pt x="182753" y="47879"/>
                  </a:cubicBezTo>
                  <a:close/>
                  <a:moveTo>
                    <a:pt x="0" y="0"/>
                  </a:moveTo>
                  <a:lnTo>
                    <a:pt x="0" y="6148832"/>
                  </a:lnTo>
                  <a:lnTo>
                    <a:pt x="4299712" y="6148832"/>
                  </a:lnTo>
                  <a:lnTo>
                    <a:pt x="429971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51344" y="2137241"/>
            <a:ext cx="5450853" cy="7795028"/>
            <a:chOff x="0" y="0"/>
            <a:chExt cx="3224784" cy="461162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24784" cy="4611624"/>
            </a:xfrm>
            <a:custGeom>
              <a:avLst/>
              <a:gdLst/>
              <a:ahLst/>
              <a:cxnLst/>
              <a:rect r="r" b="b" t="t" l="l"/>
              <a:pathLst>
                <a:path h="4611624" w="3224784">
                  <a:moveTo>
                    <a:pt x="0" y="0"/>
                  </a:moveTo>
                  <a:lnTo>
                    <a:pt x="3224784" y="0"/>
                  </a:lnTo>
                  <a:lnTo>
                    <a:pt x="3224784" y="4611624"/>
                  </a:lnTo>
                  <a:lnTo>
                    <a:pt x="0" y="4611624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9823" y="2126937"/>
            <a:ext cx="5553893" cy="7898069"/>
            <a:chOff x="0" y="0"/>
            <a:chExt cx="4380992" cy="62301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380992" cy="6230112"/>
            </a:xfrm>
            <a:custGeom>
              <a:avLst/>
              <a:gdLst/>
              <a:ahLst/>
              <a:cxnLst/>
              <a:rect r="r" b="b" t="t" l="l"/>
              <a:pathLst>
                <a:path h="6230112" w="4380992">
                  <a:moveTo>
                    <a:pt x="4156710" y="56007"/>
                  </a:moveTo>
                  <a:cubicBezTo>
                    <a:pt x="4172966" y="56007"/>
                    <a:pt x="4188587" y="59182"/>
                    <a:pt x="4203573" y="65278"/>
                  </a:cubicBezTo>
                  <a:cubicBezTo>
                    <a:pt x="4218559" y="71374"/>
                    <a:pt x="4231767" y="80391"/>
                    <a:pt x="4243324" y="91821"/>
                  </a:cubicBezTo>
                  <a:cubicBezTo>
                    <a:pt x="4254881" y="103251"/>
                    <a:pt x="4263644" y="116586"/>
                    <a:pt x="4269867" y="131572"/>
                  </a:cubicBezTo>
                  <a:cubicBezTo>
                    <a:pt x="4276090" y="146558"/>
                    <a:pt x="4279138" y="162179"/>
                    <a:pt x="4279138" y="178435"/>
                  </a:cubicBezTo>
                  <a:lnTo>
                    <a:pt x="4279138" y="5961380"/>
                  </a:lnTo>
                  <a:cubicBezTo>
                    <a:pt x="4279138" y="5977636"/>
                    <a:pt x="4276090" y="5993257"/>
                    <a:pt x="4269867" y="6008243"/>
                  </a:cubicBezTo>
                  <a:cubicBezTo>
                    <a:pt x="4263644" y="6023229"/>
                    <a:pt x="4254754" y="6036564"/>
                    <a:pt x="4243324" y="6047994"/>
                  </a:cubicBezTo>
                  <a:cubicBezTo>
                    <a:pt x="4231894" y="6059424"/>
                    <a:pt x="4218559" y="6068314"/>
                    <a:pt x="4203573" y="6074537"/>
                  </a:cubicBezTo>
                  <a:cubicBezTo>
                    <a:pt x="4188587" y="6080760"/>
                    <a:pt x="4172839" y="6083935"/>
                    <a:pt x="4156710" y="6083935"/>
                  </a:cubicBezTo>
                  <a:lnTo>
                    <a:pt x="223520" y="6083935"/>
                  </a:lnTo>
                  <a:cubicBezTo>
                    <a:pt x="207264" y="6083935"/>
                    <a:pt x="191643" y="6080887"/>
                    <a:pt x="176657" y="6074537"/>
                  </a:cubicBezTo>
                  <a:cubicBezTo>
                    <a:pt x="161671" y="6068187"/>
                    <a:pt x="148336" y="6059551"/>
                    <a:pt x="136906" y="6047994"/>
                  </a:cubicBezTo>
                  <a:cubicBezTo>
                    <a:pt x="125476" y="6036437"/>
                    <a:pt x="116586" y="6023229"/>
                    <a:pt x="110363" y="6008243"/>
                  </a:cubicBezTo>
                  <a:cubicBezTo>
                    <a:pt x="104140" y="5993257"/>
                    <a:pt x="101092" y="5977636"/>
                    <a:pt x="101092" y="5961380"/>
                  </a:cubicBezTo>
                  <a:lnTo>
                    <a:pt x="101092" y="178562"/>
                  </a:lnTo>
                  <a:cubicBezTo>
                    <a:pt x="101092" y="162306"/>
                    <a:pt x="104140" y="146685"/>
                    <a:pt x="110363" y="131699"/>
                  </a:cubicBezTo>
                  <a:cubicBezTo>
                    <a:pt x="116586" y="116713"/>
                    <a:pt x="125476" y="103378"/>
                    <a:pt x="136906" y="91948"/>
                  </a:cubicBezTo>
                  <a:cubicBezTo>
                    <a:pt x="148336" y="80518"/>
                    <a:pt x="161671" y="71628"/>
                    <a:pt x="176657" y="65405"/>
                  </a:cubicBezTo>
                  <a:cubicBezTo>
                    <a:pt x="191643" y="59182"/>
                    <a:pt x="207264" y="56134"/>
                    <a:pt x="223520" y="56134"/>
                  </a:cubicBezTo>
                  <a:close/>
                  <a:moveTo>
                    <a:pt x="0" y="0"/>
                  </a:moveTo>
                  <a:lnTo>
                    <a:pt x="0" y="6230112"/>
                  </a:lnTo>
                  <a:lnTo>
                    <a:pt x="4380992" y="6230112"/>
                  </a:lnTo>
                  <a:lnTo>
                    <a:pt x="4380992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92484" y="2019598"/>
            <a:ext cx="5768556" cy="8112732"/>
          </a:xfrm>
          <a:custGeom>
            <a:avLst/>
            <a:gdLst/>
            <a:ahLst/>
            <a:cxnLst/>
            <a:rect r="r" b="b" t="t" l="l"/>
            <a:pathLst>
              <a:path h="8112732" w="5768556">
                <a:moveTo>
                  <a:pt x="0" y="0"/>
                </a:moveTo>
                <a:lnTo>
                  <a:pt x="5768556" y="0"/>
                </a:lnTo>
                <a:lnTo>
                  <a:pt x="5768556" y="8112731"/>
                </a:lnTo>
                <a:lnTo>
                  <a:pt x="0" y="8112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418582" y="2137241"/>
            <a:ext cx="5461157" cy="7795028"/>
            <a:chOff x="0" y="0"/>
            <a:chExt cx="4307840" cy="61488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07840" cy="6148832"/>
            </a:xfrm>
            <a:custGeom>
              <a:avLst/>
              <a:gdLst/>
              <a:ahLst/>
              <a:cxnLst/>
              <a:rect r="r" b="b" t="t" l="l"/>
              <a:pathLst>
                <a:path h="6148832" w="4307840">
                  <a:moveTo>
                    <a:pt x="4124833" y="47879"/>
                  </a:moveTo>
                  <a:cubicBezTo>
                    <a:pt x="4141089" y="47879"/>
                    <a:pt x="4156710" y="51054"/>
                    <a:pt x="4171696" y="57150"/>
                  </a:cubicBezTo>
                  <a:cubicBezTo>
                    <a:pt x="4186682" y="63246"/>
                    <a:pt x="4200017" y="72263"/>
                    <a:pt x="4211447" y="83693"/>
                  </a:cubicBezTo>
                  <a:cubicBezTo>
                    <a:pt x="4222877" y="95123"/>
                    <a:pt x="4231767" y="108458"/>
                    <a:pt x="4237990" y="123444"/>
                  </a:cubicBezTo>
                  <a:cubicBezTo>
                    <a:pt x="4244213" y="138430"/>
                    <a:pt x="4247388" y="154051"/>
                    <a:pt x="4247388" y="170307"/>
                  </a:cubicBezTo>
                  <a:lnTo>
                    <a:pt x="4247388" y="5953252"/>
                  </a:lnTo>
                  <a:cubicBezTo>
                    <a:pt x="4247388" y="5969508"/>
                    <a:pt x="4244213" y="5985129"/>
                    <a:pt x="4237990" y="6000115"/>
                  </a:cubicBezTo>
                  <a:cubicBezTo>
                    <a:pt x="4231767" y="6015101"/>
                    <a:pt x="4222877" y="6028436"/>
                    <a:pt x="4211447" y="6039866"/>
                  </a:cubicBezTo>
                  <a:cubicBezTo>
                    <a:pt x="4200017" y="6051296"/>
                    <a:pt x="4186682" y="6060186"/>
                    <a:pt x="4171696" y="6066409"/>
                  </a:cubicBezTo>
                  <a:cubicBezTo>
                    <a:pt x="4156710" y="6072632"/>
                    <a:pt x="4141089" y="6075807"/>
                    <a:pt x="4124833" y="6075807"/>
                  </a:cubicBezTo>
                  <a:lnTo>
                    <a:pt x="180467" y="6075807"/>
                  </a:lnTo>
                  <a:cubicBezTo>
                    <a:pt x="164211" y="6075807"/>
                    <a:pt x="148590" y="6072759"/>
                    <a:pt x="133604" y="6066409"/>
                  </a:cubicBezTo>
                  <a:cubicBezTo>
                    <a:pt x="118618" y="6060059"/>
                    <a:pt x="105283" y="6051423"/>
                    <a:pt x="93853" y="6039866"/>
                  </a:cubicBezTo>
                  <a:cubicBezTo>
                    <a:pt x="82423" y="6028309"/>
                    <a:pt x="73533" y="6015101"/>
                    <a:pt x="67310" y="6000115"/>
                  </a:cubicBezTo>
                  <a:cubicBezTo>
                    <a:pt x="61087" y="5985129"/>
                    <a:pt x="58039" y="5969508"/>
                    <a:pt x="58039" y="5953252"/>
                  </a:cubicBezTo>
                  <a:lnTo>
                    <a:pt x="58039" y="170434"/>
                  </a:lnTo>
                  <a:cubicBezTo>
                    <a:pt x="58039" y="154178"/>
                    <a:pt x="61087" y="138557"/>
                    <a:pt x="67310" y="123571"/>
                  </a:cubicBezTo>
                  <a:cubicBezTo>
                    <a:pt x="73533" y="108585"/>
                    <a:pt x="82296" y="95250"/>
                    <a:pt x="93853" y="83693"/>
                  </a:cubicBezTo>
                  <a:cubicBezTo>
                    <a:pt x="105410" y="72136"/>
                    <a:pt x="118618" y="63373"/>
                    <a:pt x="133604" y="57150"/>
                  </a:cubicBezTo>
                  <a:cubicBezTo>
                    <a:pt x="148590" y="50927"/>
                    <a:pt x="164211" y="47879"/>
                    <a:pt x="180467" y="47879"/>
                  </a:cubicBezTo>
                  <a:close/>
                  <a:moveTo>
                    <a:pt x="0" y="0"/>
                  </a:moveTo>
                  <a:lnTo>
                    <a:pt x="0" y="6148832"/>
                  </a:lnTo>
                  <a:lnTo>
                    <a:pt x="4307840" y="6148832"/>
                  </a:lnTo>
                  <a:lnTo>
                    <a:pt x="430784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18582" y="2137241"/>
            <a:ext cx="5461157" cy="7795028"/>
            <a:chOff x="0" y="0"/>
            <a:chExt cx="3230880" cy="46116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230880" cy="4611624"/>
            </a:xfrm>
            <a:custGeom>
              <a:avLst/>
              <a:gdLst/>
              <a:ahLst/>
              <a:cxnLst/>
              <a:rect r="r" b="b" t="t" l="l"/>
              <a:pathLst>
                <a:path h="4611624" w="3230880">
                  <a:moveTo>
                    <a:pt x="0" y="0"/>
                  </a:moveTo>
                  <a:lnTo>
                    <a:pt x="3230880" y="0"/>
                  </a:lnTo>
                  <a:lnTo>
                    <a:pt x="3230880" y="4611624"/>
                  </a:lnTo>
                  <a:lnTo>
                    <a:pt x="0" y="4611624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367061" y="2126937"/>
            <a:ext cx="5564197" cy="7898069"/>
            <a:chOff x="0" y="0"/>
            <a:chExt cx="4389120" cy="62301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89120" cy="6230112"/>
            </a:xfrm>
            <a:custGeom>
              <a:avLst/>
              <a:gdLst/>
              <a:ahLst/>
              <a:cxnLst/>
              <a:rect r="r" b="b" t="t" l="l"/>
              <a:pathLst>
                <a:path h="6230112" w="4389120">
                  <a:moveTo>
                    <a:pt x="4165473" y="56007"/>
                  </a:moveTo>
                  <a:cubicBezTo>
                    <a:pt x="4181729" y="56007"/>
                    <a:pt x="4197350" y="59182"/>
                    <a:pt x="4212336" y="65278"/>
                  </a:cubicBezTo>
                  <a:cubicBezTo>
                    <a:pt x="4227322" y="71374"/>
                    <a:pt x="4240657" y="80391"/>
                    <a:pt x="4252087" y="91821"/>
                  </a:cubicBezTo>
                  <a:cubicBezTo>
                    <a:pt x="4263517" y="103251"/>
                    <a:pt x="4272407" y="116586"/>
                    <a:pt x="4278630" y="131572"/>
                  </a:cubicBezTo>
                  <a:cubicBezTo>
                    <a:pt x="4284853" y="146558"/>
                    <a:pt x="4288028" y="162179"/>
                    <a:pt x="4288028" y="178435"/>
                  </a:cubicBezTo>
                  <a:lnTo>
                    <a:pt x="4288028" y="5961380"/>
                  </a:lnTo>
                  <a:cubicBezTo>
                    <a:pt x="4288028" y="5977636"/>
                    <a:pt x="4284853" y="5993257"/>
                    <a:pt x="4278630" y="6008243"/>
                  </a:cubicBezTo>
                  <a:cubicBezTo>
                    <a:pt x="4272407" y="6023229"/>
                    <a:pt x="4263517" y="6036564"/>
                    <a:pt x="4252087" y="6047994"/>
                  </a:cubicBezTo>
                  <a:cubicBezTo>
                    <a:pt x="4240657" y="6059424"/>
                    <a:pt x="4227322" y="6068314"/>
                    <a:pt x="4212336" y="6074537"/>
                  </a:cubicBezTo>
                  <a:cubicBezTo>
                    <a:pt x="4197350" y="6080760"/>
                    <a:pt x="4181729" y="6083935"/>
                    <a:pt x="4165473" y="6083935"/>
                  </a:cubicBezTo>
                  <a:lnTo>
                    <a:pt x="221107" y="6083935"/>
                  </a:lnTo>
                  <a:cubicBezTo>
                    <a:pt x="204851" y="6083935"/>
                    <a:pt x="189230" y="6080887"/>
                    <a:pt x="174244" y="6074537"/>
                  </a:cubicBezTo>
                  <a:cubicBezTo>
                    <a:pt x="159258" y="6068187"/>
                    <a:pt x="145923" y="6059551"/>
                    <a:pt x="134493" y="6047994"/>
                  </a:cubicBezTo>
                  <a:cubicBezTo>
                    <a:pt x="123063" y="6036437"/>
                    <a:pt x="114173" y="6023229"/>
                    <a:pt x="107950" y="6008243"/>
                  </a:cubicBezTo>
                  <a:cubicBezTo>
                    <a:pt x="101727" y="5993257"/>
                    <a:pt x="98679" y="5977636"/>
                    <a:pt x="98679" y="5961380"/>
                  </a:cubicBezTo>
                  <a:lnTo>
                    <a:pt x="98679" y="178562"/>
                  </a:lnTo>
                  <a:cubicBezTo>
                    <a:pt x="98679" y="162306"/>
                    <a:pt x="101727" y="146685"/>
                    <a:pt x="107950" y="131699"/>
                  </a:cubicBezTo>
                  <a:cubicBezTo>
                    <a:pt x="114173" y="116713"/>
                    <a:pt x="123063" y="103378"/>
                    <a:pt x="134493" y="91948"/>
                  </a:cubicBezTo>
                  <a:cubicBezTo>
                    <a:pt x="145923" y="80518"/>
                    <a:pt x="159258" y="71628"/>
                    <a:pt x="174244" y="65405"/>
                  </a:cubicBezTo>
                  <a:cubicBezTo>
                    <a:pt x="189230" y="59182"/>
                    <a:pt x="204851" y="56134"/>
                    <a:pt x="221107" y="56134"/>
                  </a:cubicBezTo>
                  <a:close/>
                  <a:moveTo>
                    <a:pt x="0" y="0"/>
                  </a:moveTo>
                  <a:lnTo>
                    <a:pt x="0" y="6230112"/>
                  </a:lnTo>
                  <a:lnTo>
                    <a:pt x="4389120" y="6230112"/>
                  </a:lnTo>
                  <a:lnTo>
                    <a:pt x="438912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259722" y="2019598"/>
            <a:ext cx="5778860" cy="8112732"/>
          </a:xfrm>
          <a:custGeom>
            <a:avLst/>
            <a:gdLst/>
            <a:ahLst/>
            <a:cxnLst/>
            <a:rect r="r" b="b" t="t" l="l"/>
            <a:pathLst>
              <a:path h="8112732" w="5778860">
                <a:moveTo>
                  <a:pt x="0" y="0"/>
                </a:moveTo>
                <a:lnTo>
                  <a:pt x="5778860" y="0"/>
                </a:lnTo>
                <a:lnTo>
                  <a:pt x="5778860" y="8112731"/>
                </a:lnTo>
                <a:lnTo>
                  <a:pt x="0" y="81127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2096124" y="2137241"/>
            <a:ext cx="5445701" cy="7795028"/>
            <a:chOff x="0" y="0"/>
            <a:chExt cx="4295648" cy="61488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95648" cy="6148832"/>
            </a:xfrm>
            <a:custGeom>
              <a:avLst/>
              <a:gdLst/>
              <a:ahLst/>
              <a:cxnLst/>
              <a:rect r="r" b="b" t="t" l="l"/>
              <a:pathLst>
                <a:path h="6148832" w="4295648">
                  <a:moveTo>
                    <a:pt x="4114292" y="47879"/>
                  </a:moveTo>
                  <a:cubicBezTo>
                    <a:pt x="4130548" y="47879"/>
                    <a:pt x="4146169" y="51054"/>
                    <a:pt x="4161155" y="57150"/>
                  </a:cubicBezTo>
                  <a:cubicBezTo>
                    <a:pt x="4176141" y="63246"/>
                    <a:pt x="4189476" y="72263"/>
                    <a:pt x="4200906" y="83693"/>
                  </a:cubicBezTo>
                  <a:cubicBezTo>
                    <a:pt x="4212336" y="95123"/>
                    <a:pt x="4221226" y="108458"/>
                    <a:pt x="4227449" y="123444"/>
                  </a:cubicBezTo>
                  <a:cubicBezTo>
                    <a:pt x="4233672" y="138430"/>
                    <a:pt x="4236847" y="154051"/>
                    <a:pt x="4236847" y="170307"/>
                  </a:cubicBezTo>
                  <a:lnTo>
                    <a:pt x="4236847" y="5953252"/>
                  </a:lnTo>
                  <a:cubicBezTo>
                    <a:pt x="4236847" y="5969508"/>
                    <a:pt x="4233672" y="5985129"/>
                    <a:pt x="4227449" y="6000115"/>
                  </a:cubicBezTo>
                  <a:cubicBezTo>
                    <a:pt x="4221226" y="6015101"/>
                    <a:pt x="4212336" y="6028436"/>
                    <a:pt x="4200906" y="6039866"/>
                  </a:cubicBezTo>
                  <a:cubicBezTo>
                    <a:pt x="4189476" y="6051296"/>
                    <a:pt x="4176141" y="6060186"/>
                    <a:pt x="4161155" y="6066409"/>
                  </a:cubicBezTo>
                  <a:cubicBezTo>
                    <a:pt x="4146169" y="6072632"/>
                    <a:pt x="4130548" y="6075807"/>
                    <a:pt x="4114292" y="6075807"/>
                  </a:cubicBezTo>
                  <a:lnTo>
                    <a:pt x="181102" y="6075807"/>
                  </a:lnTo>
                  <a:cubicBezTo>
                    <a:pt x="164846" y="6075807"/>
                    <a:pt x="149225" y="6072759"/>
                    <a:pt x="134239" y="6066409"/>
                  </a:cubicBezTo>
                  <a:cubicBezTo>
                    <a:pt x="119253" y="6060059"/>
                    <a:pt x="105918" y="6051423"/>
                    <a:pt x="94488" y="6039866"/>
                  </a:cubicBezTo>
                  <a:cubicBezTo>
                    <a:pt x="83058" y="6028309"/>
                    <a:pt x="74168" y="6015101"/>
                    <a:pt x="67945" y="6000115"/>
                  </a:cubicBezTo>
                  <a:cubicBezTo>
                    <a:pt x="61722" y="5985129"/>
                    <a:pt x="58547" y="5969508"/>
                    <a:pt x="58547" y="5953252"/>
                  </a:cubicBezTo>
                  <a:lnTo>
                    <a:pt x="58547" y="170434"/>
                  </a:lnTo>
                  <a:cubicBezTo>
                    <a:pt x="58547" y="154178"/>
                    <a:pt x="61722" y="138557"/>
                    <a:pt x="67945" y="123571"/>
                  </a:cubicBezTo>
                  <a:cubicBezTo>
                    <a:pt x="74168" y="108585"/>
                    <a:pt x="82931" y="95250"/>
                    <a:pt x="94488" y="83693"/>
                  </a:cubicBezTo>
                  <a:cubicBezTo>
                    <a:pt x="106045" y="72136"/>
                    <a:pt x="119253" y="63373"/>
                    <a:pt x="134239" y="57150"/>
                  </a:cubicBezTo>
                  <a:cubicBezTo>
                    <a:pt x="149225" y="50927"/>
                    <a:pt x="164846" y="47879"/>
                    <a:pt x="181102" y="47879"/>
                  </a:cubicBezTo>
                  <a:close/>
                  <a:moveTo>
                    <a:pt x="0" y="0"/>
                  </a:moveTo>
                  <a:lnTo>
                    <a:pt x="0" y="6148832"/>
                  </a:lnTo>
                  <a:lnTo>
                    <a:pt x="4295648" y="6148832"/>
                  </a:lnTo>
                  <a:lnTo>
                    <a:pt x="4295648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096124" y="2137241"/>
            <a:ext cx="5445701" cy="7795028"/>
            <a:chOff x="0" y="0"/>
            <a:chExt cx="3221736" cy="46116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21736" cy="4611624"/>
            </a:xfrm>
            <a:custGeom>
              <a:avLst/>
              <a:gdLst/>
              <a:ahLst/>
              <a:cxnLst/>
              <a:rect r="r" b="b" t="t" l="l"/>
              <a:pathLst>
                <a:path h="4611624" w="3221736">
                  <a:moveTo>
                    <a:pt x="0" y="0"/>
                  </a:moveTo>
                  <a:lnTo>
                    <a:pt x="3221736" y="0"/>
                  </a:lnTo>
                  <a:lnTo>
                    <a:pt x="3221736" y="4611624"/>
                  </a:lnTo>
                  <a:lnTo>
                    <a:pt x="0" y="4611624"/>
                  </a:ln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2044604" y="2126937"/>
            <a:ext cx="5548741" cy="7898069"/>
            <a:chOff x="0" y="0"/>
            <a:chExt cx="4376928" cy="6230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376928" cy="6230112"/>
            </a:xfrm>
            <a:custGeom>
              <a:avLst/>
              <a:gdLst/>
              <a:ahLst/>
              <a:cxnLst/>
              <a:rect r="r" b="b" t="t" l="l"/>
              <a:pathLst>
                <a:path h="6230112" w="4376928">
                  <a:moveTo>
                    <a:pt x="4154932" y="56007"/>
                  </a:moveTo>
                  <a:cubicBezTo>
                    <a:pt x="4171188" y="56007"/>
                    <a:pt x="4186809" y="59182"/>
                    <a:pt x="4201795" y="65278"/>
                  </a:cubicBezTo>
                  <a:cubicBezTo>
                    <a:pt x="4216781" y="71374"/>
                    <a:pt x="4230116" y="80391"/>
                    <a:pt x="4241546" y="91821"/>
                  </a:cubicBezTo>
                  <a:cubicBezTo>
                    <a:pt x="4252976" y="103251"/>
                    <a:pt x="4261866" y="116586"/>
                    <a:pt x="4268089" y="131572"/>
                  </a:cubicBezTo>
                  <a:cubicBezTo>
                    <a:pt x="4274312" y="146558"/>
                    <a:pt x="4277487" y="162179"/>
                    <a:pt x="4277487" y="178435"/>
                  </a:cubicBezTo>
                  <a:lnTo>
                    <a:pt x="4277487" y="5961380"/>
                  </a:lnTo>
                  <a:cubicBezTo>
                    <a:pt x="4277487" y="5977636"/>
                    <a:pt x="4274312" y="5993257"/>
                    <a:pt x="4268089" y="6008243"/>
                  </a:cubicBezTo>
                  <a:cubicBezTo>
                    <a:pt x="4261866" y="6023229"/>
                    <a:pt x="4252976" y="6036564"/>
                    <a:pt x="4241546" y="6047994"/>
                  </a:cubicBezTo>
                  <a:cubicBezTo>
                    <a:pt x="4230116" y="6059424"/>
                    <a:pt x="4216781" y="6068314"/>
                    <a:pt x="4201795" y="6074537"/>
                  </a:cubicBezTo>
                  <a:cubicBezTo>
                    <a:pt x="4186809" y="6080760"/>
                    <a:pt x="4171188" y="6083935"/>
                    <a:pt x="4154932" y="6083935"/>
                  </a:cubicBezTo>
                  <a:lnTo>
                    <a:pt x="221742" y="6083935"/>
                  </a:lnTo>
                  <a:cubicBezTo>
                    <a:pt x="205486" y="6083935"/>
                    <a:pt x="189865" y="6080887"/>
                    <a:pt x="174879" y="6074537"/>
                  </a:cubicBezTo>
                  <a:cubicBezTo>
                    <a:pt x="159893" y="6068187"/>
                    <a:pt x="146558" y="6059551"/>
                    <a:pt x="135128" y="6047994"/>
                  </a:cubicBezTo>
                  <a:cubicBezTo>
                    <a:pt x="123698" y="6036437"/>
                    <a:pt x="114808" y="6023229"/>
                    <a:pt x="108585" y="6008243"/>
                  </a:cubicBezTo>
                  <a:cubicBezTo>
                    <a:pt x="102362" y="5993257"/>
                    <a:pt x="99187" y="5977636"/>
                    <a:pt x="99187" y="5961380"/>
                  </a:cubicBezTo>
                  <a:lnTo>
                    <a:pt x="99187" y="178562"/>
                  </a:lnTo>
                  <a:cubicBezTo>
                    <a:pt x="99187" y="162306"/>
                    <a:pt x="102362" y="146685"/>
                    <a:pt x="108585" y="131699"/>
                  </a:cubicBezTo>
                  <a:cubicBezTo>
                    <a:pt x="114808" y="116713"/>
                    <a:pt x="123698" y="103378"/>
                    <a:pt x="135128" y="91948"/>
                  </a:cubicBezTo>
                  <a:cubicBezTo>
                    <a:pt x="146558" y="80518"/>
                    <a:pt x="159893" y="71628"/>
                    <a:pt x="174879" y="65405"/>
                  </a:cubicBezTo>
                  <a:cubicBezTo>
                    <a:pt x="189865" y="59182"/>
                    <a:pt x="205486" y="56134"/>
                    <a:pt x="221742" y="56134"/>
                  </a:cubicBezTo>
                  <a:close/>
                  <a:moveTo>
                    <a:pt x="0" y="0"/>
                  </a:moveTo>
                  <a:lnTo>
                    <a:pt x="0" y="6230112"/>
                  </a:lnTo>
                  <a:lnTo>
                    <a:pt x="4376928" y="6230112"/>
                  </a:lnTo>
                  <a:lnTo>
                    <a:pt x="4376928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11937264" y="2019598"/>
            <a:ext cx="5763404" cy="8112732"/>
          </a:xfrm>
          <a:custGeom>
            <a:avLst/>
            <a:gdLst/>
            <a:ahLst/>
            <a:cxnLst/>
            <a:rect r="r" b="b" t="t" l="l"/>
            <a:pathLst>
              <a:path h="8112732" w="5763404">
                <a:moveTo>
                  <a:pt x="0" y="0"/>
                </a:moveTo>
                <a:lnTo>
                  <a:pt x="5763404" y="0"/>
                </a:lnTo>
                <a:lnTo>
                  <a:pt x="5763404" y="8112731"/>
                </a:lnTo>
                <a:lnTo>
                  <a:pt x="0" y="811273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0" y="113007"/>
            <a:ext cx="18287807" cy="1754332"/>
            <a:chOff x="0" y="0"/>
            <a:chExt cx="10819257" cy="10378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0" y="63500"/>
              <a:ext cx="10692251" cy="910845"/>
            </a:xfrm>
            <a:custGeom>
              <a:avLst/>
              <a:gdLst/>
              <a:ahLst/>
              <a:cxnLst/>
              <a:rect r="r" b="b" t="t" l="l"/>
              <a:pathLst>
                <a:path h="910845" w="10692251">
                  <a:moveTo>
                    <a:pt x="0" y="0"/>
                  </a:moveTo>
                  <a:lnTo>
                    <a:pt x="0" y="910845"/>
                  </a:lnTo>
                  <a:lnTo>
                    <a:pt x="10692251" y="910845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63500" y="965963"/>
              <a:ext cx="10692251" cy="8382"/>
            </a:xfrm>
            <a:custGeom>
              <a:avLst/>
              <a:gdLst/>
              <a:ahLst/>
              <a:cxnLst/>
              <a:rect r="r" b="b" t="t" l="l"/>
              <a:pathLst>
                <a:path h="8382" w="10692251">
                  <a:moveTo>
                    <a:pt x="0" y="0"/>
                  </a:moveTo>
                  <a:lnTo>
                    <a:pt x="0" y="8382"/>
                  </a:lnTo>
                  <a:lnTo>
                    <a:pt x="10692251" y="83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9740514" y="447930"/>
              <a:ext cx="518287" cy="225552"/>
            </a:xfrm>
            <a:custGeom>
              <a:avLst/>
              <a:gdLst/>
              <a:ahLst/>
              <a:cxnLst/>
              <a:rect r="r" b="b" t="t" l="l"/>
              <a:pathLst>
                <a:path h="225552" w="518287">
                  <a:moveTo>
                    <a:pt x="0" y="192151"/>
                  </a:moveTo>
                  <a:lnTo>
                    <a:pt x="0" y="33401"/>
                  </a:lnTo>
                  <a:cubicBezTo>
                    <a:pt x="0" y="28956"/>
                    <a:pt x="889" y="24765"/>
                    <a:pt x="2540" y="20574"/>
                  </a:cubicBezTo>
                  <a:cubicBezTo>
                    <a:pt x="4191" y="16383"/>
                    <a:pt x="6731" y="12827"/>
                    <a:pt x="9779" y="9779"/>
                  </a:cubicBezTo>
                  <a:cubicBezTo>
                    <a:pt x="12827" y="6731"/>
                    <a:pt x="16510" y="4191"/>
                    <a:pt x="20701" y="2540"/>
                  </a:cubicBezTo>
                  <a:cubicBezTo>
                    <a:pt x="24892" y="889"/>
                    <a:pt x="29083" y="0"/>
                    <a:pt x="33528" y="0"/>
                  </a:cubicBezTo>
                  <a:lnTo>
                    <a:pt x="484759" y="0"/>
                  </a:lnTo>
                  <a:cubicBezTo>
                    <a:pt x="489204" y="0"/>
                    <a:pt x="493395" y="889"/>
                    <a:pt x="497586" y="2540"/>
                  </a:cubicBezTo>
                  <a:cubicBezTo>
                    <a:pt x="501777" y="4191"/>
                    <a:pt x="505333" y="6604"/>
                    <a:pt x="508508" y="9779"/>
                  </a:cubicBezTo>
                  <a:cubicBezTo>
                    <a:pt x="511683" y="12954"/>
                    <a:pt x="513969" y="16510"/>
                    <a:pt x="515747" y="20574"/>
                  </a:cubicBezTo>
                  <a:cubicBezTo>
                    <a:pt x="517525" y="24638"/>
                    <a:pt x="518287" y="28956"/>
                    <a:pt x="518287" y="33401"/>
                  </a:cubicBezTo>
                  <a:lnTo>
                    <a:pt x="518287" y="192151"/>
                  </a:lnTo>
                  <a:cubicBezTo>
                    <a:pt x="518287" y="196596"/>
                    <a:pt x="517398" y="200787"/>
                    <a:pt x="515747" y="204978"/>
                  </a:cubicBezTo>
                  <a:cubicBezTo>
                    <a:pt x="514096" y="209169"/>
                    <a:pt x="511556" y="212725"/>
                    <a:pt x="508508" y="215773"/>
                  </a:cubicBezTo>
                  <a:cubicBezTo>
                    <a:pt x="505460" y="218821"/>
                    <a:pt x="501777" y="221361"/>
                    <a:pt x="497586" y="223012"/>
                  </a:cubicBezTo>
                  <a:cubicBezTo>
                    <a:pt x="493395" y="224663"/>
                    <a:pt x="489204" y="225552"/>
                    <a:pt x="484759" y="225552"/>
                  </a:cubicBezTo>
                  <a:lnTo>
                    <a:pt x="33528" y="225552"/>
                  </a:lnTo>
                  <a:cubicBezTo>
                    <a:pt x="29083" y="225552"/>
                    <a:pt x="24892" y="224663"/>
                    <a:pt x="20701" y="223012"/>
                  </a:cubicBezTo>
                  <a:cubicBezTo>
                    <a:pt x="16510" y="221361"/>
                    <a:pt x="12954" y="218948"/>
                    <a:pt x="9779" y="215773"/>
                  </a:cubicBezTo>
                  <a:cubicBezTo>
                    <a:pt x="6604" y="212598"/>
                    <a:pt x="4318" y="209042"/>
                    <a:pt x="2540" y="204978"/>
                  </a:cubicBezTo>
                  <a:cubicBezTo>
                    <a:pt x="762" y="200914"/>
                    <a:pt x="0" y="196596"/>
                    <a:pt x="0" y="192151"/>
                  </a:cubicBezTo>
                  <a:close/>
                </a:path>
              </a:pathLst>
            </a:custGeom>
            <a:solidFill>
              <a:srgbClr val="ECEFF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604560" y="5671537"/>
            <a:ext cx="757349" cy="762501"/>
            <a:chOff x="0" y="0"/>
            <a:chExt cx="597408" cy="6014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97408" cy="601472"/>
            </a:xfrm>
            <a:custGeom>
              <a:avLst/>
              <a:gdLst/>
              <a:ahLst/>
              <a:cxnLst/>
              <a:rect r="r" b="b" t="t" l="l"/>
              <a:pathLst>
                <a:path h="601472" w="597408">
                  <a:moveTo>
                    <a:pt x="298958" y="67818"/>
                  </a:moveTo>
                  <a:cubicBezTo>
                    <a:pt x="327025" y="67818"/>
                    <a:pt x="354076" y="73152"/>
                    <a:pt x="379984" y="83947"/>
                  </a:cubicBezTo>
                  <a:cubicBezTo>
                    <a:pt x="405892" y="94742"/>
                    <a:pt x="428879" y="109982"/>
                    <a:pt x="448691" y="129921"/>
                  </a:cubicBezTo>
                  <a:cubicBezTo>
                    <a:pt x="468503" y="149860"/>
                    <a:pt x="483870" y="172593"/>
                    <a:pt x="494538" y="198628"/>
                  </a:cubicBezTo>
                  <a:cubicBezTo>
                    <a:pt x="505206" y="224663"/>
                    <a:pt x="510667" y="251587"/>
                    <a:pt x="510667" y="279654"/>
                  </a:cubicBezTo>
                  <a:cubicBezTo>
                    <a:pt x="510667" y="307721"/>
                    <a:pt x="505333" y="334772"/>
                    <a:pt x="494538" y="360680"/>
                  </a:cubicBezTo>
                  <a:cubicBezTo>
                    <a:pt x="483743" y="386588"/>
                    <a:pt x="468503" y="409448"/>
                    <a:pt x="448691" y="429387"/>
                  </a:cubicBezTo>
                  <a:cubicBezTo>
                    <a:pt x="428879" y="449326"/>
                    <a:pt x="405892" y="464566"/>
                    <a:pt x="379984" y="475234"/>
                  </a:cubicBezTo>
                  <a:cubicBezTo>
                    <a:pt x="354076" y="485902"/>
                    <a:pt x="327025" y="491363"/>
                    <a:pt x="298958" y="491363"/>
                  </a:cubicBezTo>
                  <a:cubicBezTo>
                    <a:pt x="270891" y="491363"/>
                    <a:pt x="243840" y="486029"/>
                    <a:pt x="217932" y="475234"/>
                  </a:cubicBezTo>
                  <a:cubicBezTo>
                    <a:pt x="192024" y="464439"/>
                    <a:pt x="169164" y="449199"/>
                    <a:pt x="149225" y="429387"/>
                  </a:cubicBezTo>
                  <a:cubicBezTo>
                    <a:pt x="129286" y="409575"/>
                    <a:pt x="114046" y="386588"/>
                    <a:pt x="103378" y="360680"/>
                  </a:cubicBezTo>
                  <a:cubicBezTo>
                    <a:pt x="92710" y="334772"/>
                    <a:pt x="87249" y="307721"/>
                    <a:pt x="87249" y="279654"/>
                  </a:cubicBezTo>
                  <a:cubicBezTo>
                    <a:pt x="87249" y="251587"/>
                    <a:pt x="92710" y="224536"/>
                    <a:pt x="103378" y="198628"/>
                  </a:cubicBezTo>
                  <a:cubicBezTo>
                    <a:pt x="114046" y="172720"/>
                    <a:pt x="129413" y="149733"/>
                    <a:pt x="149225" y="129921"/>
                  </a:cubicBezTo>
                  <a:cubicBezTo>
                    <a:pt x="169037" y="110109"/>
                    <a:pt x="192024" y="94742"/>
                    <a:pt x="217932" y="83947"/>
                  </a:cubicBezTo>
                  <a:cubicBezTo>
                    <a:pt x="243840" y="73152"/>
                    <a:pt x="270891" y="67818"/>
                    <a:pt x="298958" y="67818"/>
                  </a:cubicBezTo>
                  <a:close/>
                  <a:moveTo>
                    <a:pt x="0" y="0"/>
                  </a:moveTo>
                  <a:lnTo>
                    <a:pt x="0" y="601472"/>
                  </a:lnTo>
                  <a:lnTo>
                    <a:pt x="597408" y="601472"/>
                  </a:lnTo>
                  <a:lnTo>
                    <a:pt x="597408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497221" y="5564197"/>
            <a:ext cx="972012" cy="977164"/>
            <a:chOff x="0" y="0"/>
            <a:chExt cx="575056" cy="57810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0" y="63500"/>
              <a:ext cx="448056" cy="451104"/>
            </a:xfrm>
            <a:custGeom>
              <a:avLst/>
              <a:gdLst/>
              <a:ahLst/>
              <a:cxnLst/>
              <a:rect r="r" b="b" t="t" l="l"/>
              <a:pathLst>
                <a:path h="451104" w="448056">
                  <a:moveTo>
                    <a:pt x="0" y="0"/>
                  </a:moveTo>
                  <a:lnTo>
                    <a:pt x="448056" y="0"/>
                  </a:lnTo>
                  <a:lnTo>
                    <a:pt x="448056" y="451104"/>
                  </a:lnTo>
                  <a:lnTo>
                    <a:pt x="0" y="451104"/>
                  </a:lnTo>
                  <a:close/>
                </a:path>
              </a:pathLst>
            </a:custGeom>
            <a:solidFill>
              <a:srgbClr val="ECEFF1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20269" y="105918"/>
              <a:ext cx="334518" cy="334518"/>
            </a:xfrm>
            <a:custGeom>
              <a:avLst/>
              <a:gdLst/>
              <a:ahLst/>
              <a:cxnLst/>
              <a:rect r="r" b="b" t="t" l="l"/>
              <a:pathLst>
                <a:path h="334518" w="334518">
                  <a:moveTo>
                    <a:pt x="334518" y="167259"/>
                  </a:moveTo>
                  <a:cubicBezTo>
                    <a:pt x="334518" y="178181"/>
                    <a:pt x="333502" y="189103"/>
                    <a:pt x="331343" y="199898"/>
                  </a:cubicBezTo>
                  <a:cubicBezTo>
                    <a:pt x="329184" y="210693"/>
                    <a:pt x="326009" y="221107"/>
                    <a:pt x="321818" y="231267"/>
                  </a:cubicBezTo>
                  <a:cubicBezTo>
                    <a:pt x="317627" y="241427"/>
                    <a:pt x="312420" y="251079"/>
                    <a:pt x="306324" y="260223"/>
                  </a:cubicBezTo>
                  <a:cubicBezTo>
                    <a:pt x="300228" y="269367"/>
                    <a:pt x="293243" y="277749"/>
                    <a:pt x="285496" y="285496"/>
                  </a:cubicBezTo>
                  <a:cubicBezTo>
                    <a:pt x="277749" y="293243"/>
                    <a:pt x="269240" y="300228"/>
                    <a:pt x="260223" y="306324"/>
                  </a:cubicBezTo>
                  <a:cubicBezTo>
                    <a:pt x="251206" y="312420"/>
                    <a:pt x="241427" y="317627"/>
                    <a:pt x="231267" y="321818"/>
                  </a:cubicBezTo>
                  <a:cubicBezTo>
                    <a:pt x="221107" y="326009"/>
                    <a:pt x="210693" y="329184"/>
                    <a:pt x="199898" y="331343"/>
                  </a:cubicBezTo>
                  <a:cubicBezTo>
                    <a:pt x="189103" y="333502"/>
                    <a:pt x="178308" y="334518"/>
                    <a:pt x="167259" y="334518"/>
                  </a:cubicBezTo>
                  <a:cubicBezTo>
                    <a:pt x="156210" y="334518"/>
                    <a:pt x="145415" y="333502"/>
                    <a:pt x="134620" y="331343"/>
                  </a:cubicBezTo>
                  <a:cubicBezTo>
                    <a:pt x="123825" y="329184"/>
                    <a:pt x="113411" y="326009"/>
                    <a:pt x="103251" y="321818"/>
                  </a:cubicBezTo>
                  <a:cubicBezTo>
                    <a:pt x="93091" y="317627"/>
                    <a:pt x="83439" y="312420"/>
                    <a:pt x="74295" y="306324"/>
                  </a:cubicBezTo>
                  <a:cubicBezTo>
                    <a:pt x="65151" y="300228"/>
                    <a:pt x="56769" y="293243"/>
                    <a:pt x="49022" y="285496"/>
                  </a:cubicBezTo>
                  <a:cubicBezTo>
                    <a:pt x="41275" y="277749"/>
                    <a:pt x="34290" y="269240"/>
                    <a:pt x="28194" y="260223"/>
                  </a:cubicBezTo>
                  <a:cubicBezTo>
                    <a:pt x="22098" y="251206"/>
                    <a:pt x="16891" y="241427"/>
                    <a:pt x="12700" y="231267"/>
                  </a:cubicBezTo>
                  <a:cubicBezTo>
                    <a:pt x="8509" y="221107"/>
                    <a:pt x="5334" y="210693"/>
                    <a:pt x="3175" y="199898"/>
                  </a:cubicBezTo>
                  <a:cubicBezTo>
                    <a:pt x="1016" y="189103"/>
                    <a:pt x="0" y="178308"/>
                    <a:pt x="0" y="167259"/>
                  </a:cubicBezTo>
                  <a:cubicBezTo>
                    <a:pt x="0" y="156210"/>
                    <a:pt x="1016" y="145415"/>
                    <a:pt x="3175" y="134620"/>
                  </a:cubicBezTo>
                  <a:cubicBezTo>
                    <a:pt x="5334" y="123825"/>
                    <a:pt x="8509" y="113411"/>
                    <a:pt x="12700" y="103251"/>
                  </a:cubicBezTo>
                  <a:cubicBezTo>
                    <a:pt x="16891" y="93091"/>
                    <a:pt x="22098" y="83439"/>
                    <a:pt x="28194" y="74295"/>
                  </a:cubicBezTo>
                  <a:cubicBezTo>
                    <a:pt x="34290" y="65151"/>
                    <a:pt x="41275" y="56769"/>
                    <a:pt x="49022" y="49022"/>
                  </a:cubicBezTo>
                  <a:cubicBezTo>
                    <a:pt x="56769" y="41275"/>
                    <a:pt x="65278" y="34290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9"/>
                    <a:pt x="123825" y="5334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4"/>
                    <a:pt x="221107" y="8509"/>
                    <a:pt x="231267" y="12700"/>
                  </a:cubicBezTo>
                  <a:cubicBezTo>
                    <a:pt x="241427" y="16891"/>
                    <a:pt x="251079" y="22098"/>
                    <a:pt x="260223" y="28194"/>
                  </a:cubicBezTo>
                  <a:cubicBezTo>
                    <a:pt x="269367" y="34290"/>
                    <a:pt x="277749" y="41275"/>
                    <a:pt x="285496" y="49022"/>
                  </a:cubicBezTo>
                  <a:cubicBezTo>
                    <a:pt x="293243" y="56769"/>
                    <a:pt x="300228" y="65278"/>
                    <a:pt x="306324" y="74295"/>
                  </a:cubicBezTo>
                  <a:cubicBezTo>
                    <a:pt x="312420" y="83312"/>
                    <a:pt x="317627" y="93091"/>
                    <a:pt x="321818" y="103251"/>
                  </a:cubicBezTo>
                  <a:cubicBezTo>
                    <a:pt x="326009" y="113411"/>
                    <a:pt x="329184" y="123825"/>
                    <a:pt x="331343" y="134620"/>
                  </a:cubicBezTo>
                  <a:cubicBezTo>
                    <a:pt x="333502" y="145415"/>
                    <a:pt x="334518" y="156210"/>
                    <a:pt x="334518" y="16725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663353" y="5671537"/>
            <a:ext cx="762501" cy="762501"/>
            <a:chOff x="0" y="0"/>
            <a:chExt cx="601472" cy="6014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01472" cy="601472"/>
            </a:xfrm>
            <a:custGeom>
              <a:avLst/>
              <a:gdLst/>
              <a:ahLst/>
              <a:cxnLst/>
              <a:rect r="r" b="b" t="t" l="l"/>
              <a:pathLst>
                <a:path h="601472" w="601472">
                  <a:moveTo>
                    <a:pt x="299720" y="67818"/>
                  </a:moveTo>
                  <a:cubicBezTo>
                    <a:pt x="327787" y="67818"/>
                    <a:pt x="354838" y="73152"/>
                    <a:pt x="380746" y="83947"/>
                  </a:cubicBezTo>
                  <a:cubicBezTo>
                    <a:pt x="406654" y="94742"/>
                    <a:pt x="429641" y="109982"/>
                    <a:pt x="449453" y="129921"/>
                  </a:cubicBezTo>
                  <a:cubicBezTo>
                    <a:pt x="469265" y="149860"/>
                    <a:pt x="484632" y="172593"/>
                    <a:pt x="495300" y="198628"/>
                  </a:cubicBezTo>
                  <a:cubicBezTo>
                    <a:pt x="505968" y="224663"/>
                    <a:pt x="511429" y="251587"/>
                    <a:pt x="511429" y="279654"/>
                  </a:cubicBezTo>
                  <a:cubicBezTo>
                    <a:pt x="511429" y="307721"/>
                    <a:pt x="506095" y="334772"/>
                    <a:pt x="495300" y="360680"/>
                  </a:cubicBezTo>
                  <a:cubicBezTo>
                    <a:pt x="484505" y="386588"/>
                    <a:pt x="469265" y="409448"/>
                    <a:pt x="449453" y="429387"/>
                  </a:cubicBezTo>
                  <a:cubicBezTo>
                    <a:pt x="429641" y="449326"/>
                    <a:pt x="406654" y="464566"/>
                    <a:pt x="380746" y="475234"/>
                  </a:cubicBezTo>
                  <a:cubicBezTo>
                    <a:pt x="354838" y="485902"/>
                    <a:pt x="327787" y="491363"/>
                    <a:pt x="299720" y="491363"/>
                  </a:cubicBezTo>
                  <a:cubicBezTo>
                    <a:pt x="271653" y="491363"/>
                    <a:pt x="244602" y="486029"/>
                    <a:pt x="218694" y="475234"/>
                  </a:cubicBezTo>
                  <a:cubicBezTo>
                    <a:pt x="192786" y="464439"/>
                    <a:pt x="169926" y="449199"/>
                    <a:pt x="149987" y="429387"/>
                  </a:cubicBezTo>
                  <a:cubicBezTo>
                    <a:pt x="130048" y="409575"/>
                    <a:pt x="114808" y="386588"/>
                    <a:pt x="104140" y="360680"/>
                  </a:cubicBezTo>
                  <a:cubicBezTo>
                    <a:pt x="93472" y="334772"/>
                    <a:pt x="88011" y="307721"/>
                    <a:pt x="88011" y="279654"/>
                  </a:cubicBezTo>
                  <a:cubicBezTo>
                    <a:pt x="88011" y="251587"/>
                    <a:pt x="93472" y="224536"/>
                    <a:pt x="104140" y="198628"/>
                  </a:cubicBezTo>
                  <a:cubicBezTo>
                    <a:pt x="114808" y="172720"/>
                    <a:pt x="130175" y="149733"/>
                    <a:pt x="149987" y="129921"/>
                  </a:cubicBezTo>
                  <a:cubicBezTo>
                    <a:pt x="169799" y="110109"/>
                    <a:pt x="192786" y="94742"/>
                    <a:pt x="218694" y="83947"/>
                  </a:cubicBezTo>
                  <a:cubicBezTo>
                    <a:pt x="244602" y="73152"/>
                    <a:pt x="271653" y="67818"/>
                    <a:pt x="299720" y="67818"/>
                  </a:cubicBezTo>
                  <a:close/>
                  <a:moveTo>
                    <a:pt x="0" y="0"/>
                  </a:moveTo>
                  <a:lnTo>
                    <a:pt x="0" y="601472"/>
                  </a:lnTo>
                  <a:lnTo>
                    <a:pt x="601472" y="601472"/>
                  </a:lnTo>
                  <a:lnTo>
                    <a:pt x="601472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556014" y="5564197"/>
            <a:ext cx="977164" cy="977164"/>
            <a:chOff x="0" y="0"/>
            <a:chExt cx="578104" cy="57810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0" y="63500"/>
              <a:ext cx="451104" cy="451104"/>
            </a:xfrm>
            <a:custGeom>
              <a:avLst/>
              <a:gdLst/>
              <a:ahLst/>
              <a:cxnLst/>
              <a:rect r="r" b="b" t="t" l="l"/>
              <a:pathLst>
                <a:path h="451104" w="451104">
                  <a:moveTo>
                    <a:pt x="0" y="0"/>
                  </a:moveTo>
                  <a:lnTo>
                    <a:pt x="451104" y="0"/>
                  </a:lnTo>
                  <a:lnTo>
                    <a:pt x="451104" y="451104"/>
                  </a:lnTo>
                  <a:lnTo>
                    <a:pt x="0" y="451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20904" y="105791"/>
              <a:ext cx="334518" cy="334518"/>
            </a:xfrm>
            <a:custGeom>
              <a:avLst/>
              <a:gdLst/>
              <a:ahLst/>
              <a:cxnLst/>
              <a:rect r="r" b="b" t="t" l="l"/>
              <a:pathLst>
                <a:path h="334518" w="334518">
                  <a:moveTo>
                    <a:pt x="334518" y="167386"/>
                  </a:moveTo>
                  <a:cubicBezTo>
                    <a:pt x="334518" y="178308"/>
                    <a:pt x="333502" y="189230"/>
                    <a:pt x="331343" y="200025"/>
                  </a:cubicBezTo>
                  <a:cubicBezTo>
                    <a:pt x="329184" y="210820"/>
                    <a:pt x="326009" y="221234"/>
                    <a:pt x="321818" y="231394"/>
                  </a:cubicBezTo>
                  <a:cubicBezTo>
                    <a:pt x="317627" y="241554"/>
                    <a:pt x="312420" y="251206"/>
                    <a:pt x="306324" y="260350"/>
                  </a:cubicBezTo>
                  <a:cubicBezTo>
                    <a:pt x="300228" y="269494"/>
                    <a:pt x="293243" y="277749"/>
                    <a:pt x="285496" y="285496"/>
                  </a:cubicBezTo>
                  <a:cubicBezTo>
                    <a:pt x="277749" y="293243"/>
                    <a:pt x="269240" y="300228"/>
                    <a:pt x="260223" y="306324"/>
                  </a:cubicBezTo>
                  <a:cubicBezTo>
                    <a:pt x="251206" y="312420"/>
                    <a:pt x="241427" y="317627"/>
                    <a:pt x="231267" y="321818"/>
                  </a:cubicBezTo>
                  <a:cubicBezTo>
                    <a:pt x="221107" y="326009"/>
                    <a:pt x="210693" y="329184"/>
                    <a:pt x="199898" y="331343"/>
                  </a:cubicBezTo>
                  <a:cubicBezTo>
                    <a:pt x="189103" y="333502"/>
                    <a:pt x="178308" y="334518"/>
                    <a:pt x="167259" y="334518"/>
                  </a:cubicBezTo>
                  <a:cubicBezTo>
                    <a:pt x="156210" y="334518"/>
                    <a:pt x="145415" y="333502"/>
                    <a:pt x="134620" y="331343"/>
                  </a:cubicBezTo>
                  <a:cubicBezTo>
                    <a:pt x="123825" y="329184"/>
                    <a:pt x="113411" y="326009"/>
                    <a:pt x="103251" y="321818"/>
                  </a:cubicBezTo>
                  <a:cubicBezTo>
                    <a:pt x="93091" y="317627"/>
                    <a:pt x="83439" y="312420"/>
                    <a:pt x="74295" y="306324"/>
                  </a:cubicBezTo>
                  <a:cubicBezTo>
                    <a:pt x="65151" y="300228"/>
                    <a:pt x="56769" y="293243"/>
                    <a:pt x="49022" y="285496"/>
                  </a:cubicBezTo>
                  <a:cubicBezTo>
                    <a:pt x="41275" y="277749"/>
                    <a:pt x="34290" y="269240"/>
                    <a:pt x="28194" y="260223"/>
                  </a:cubicBezTo>
                  <a:cubicBezTo>
                    <a:pt x="22098" y="251206"/>
                    <a:pt x="16891" y="241427"/>
                    <a:pt x="12700" y="231267"/>
                  </a:cubicBezTo>
                  <a:cubicBezTo>
                    <a:pt x="8509" y="221107"/>
                    <a:pt x="5334" y="210693"/>
                    <a:pt x="3175" y="199898"/>
                  </a:cubicBezTo>
                  <a:cubicBezTo>
                    <a:pt x="1016" y="189103"/>
                    <a:pt x="0" y="178308"/>
                    <a:pt x="0" y="167259"/>
                  </a:cubicBezTo>
                  <a:cubicBezTo>
                    <a:pt x="0" y="156210"/>
                    <a:pt x="1016" y="145415"/>
                    <a:pt x="3175" y="134620"/>
                  </a:cubicBezTo>
                  <a:cubicBezTo>
                    <a:pt x="5334" y="123825"/>
                    <a:pt x="8509" y="113411"/>
                    <a:pt x="12700" y="103251"/>
                  </a:cubicBezTo>
                  <a:cubicBezTo>
                    <a:pt x="16891" y="93091"/>
                    <a:pt x="22098" y="83439"/>
                    <a:pt x="28194" y="74295"/>
                  </a:cubicBezTo>
                  <a:cubicBezTo>
                    <a:pt x="34290" y="65151"/>
                    <a:pt x="41275" y="56769"/>
                    <a:pt x="49022" y="49022"/>
                  </a:cubicBezTo>
                  <a:cubicBezTo>
                    <a:pt x="56769" y="41275"/>
                    <a:pt x="65278" y="34290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9"/>
                    <a:pt x="123825" y="5334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4"/>
                    <a:pt x="221107" y="8509"/>
                    <a:pt x="231267" y="12700"/>
                  </a:cubicBezTo>
                  <a:cubicBezTo>
                    <a:pt x="241427" y="16891"/>
                    <a:pt x="251079" y="22098"/>
                    <a:pt x="260223" y="28194"/>
                  </a:cubicBezTo>
                  <a:cubicBezTo>
                    <a:pt x="269367" y="34290"/>
                    <a:pt x="277749" y="41402"/>
                    <a:pt x="285496" y="49149"/>
                  </a:cubicBezTo>
                  <a:cubicBezTo>
                    <a:pt x="293243" y="56896"/>
                    <a:pt x="300228" y="65405"/>
                    <a:pt x="306324" y="74422"/>
                  </a:cubicBezTo>
                  <a:cubicBezTo>
                    <a:pt x="312420" y="83439"/>
                    <a:pt x="317627" y="93218"/>
                    <a:pt x="321818" y="103378"/>
                  </a:cubicBezTo>
                  <a:cubicBezTo>
                    <a:pt x="326009" y="113538"/>
                    <a:pt x="329184" y="123952"/>
                    <a:pt x="331343" y="134747"/>
                  </a:cubicBezTo>
                  <a:cubicBezTo>
                    <a:pt x="333502" y="145542"/>
                    <a:pt x="334518" y="156337"/>
                    <a:pt x="334518" y="16738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37374" y="2645289"/>
            <a:ext cx="1919526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 spc="42">
                <a:solidFill>
                  <a:srgbClr val="00695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DATA &amp; INTERFACE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906254" y="2645289"/>
            <a:ext cx="1896666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 spc="62">
                <a:solidFill>
                  <a:srgbClr val="1565C0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CORE SIMULATION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75150" y="2645289"/>
            <a:ext cx="2078474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 spc="62">
                <a:solidFill>
                  <a:srgbClr val="7B1FA2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ML &amp; OPTIMIZATION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555190" y="3021319"/>
            <a:ext cx="1234083" cy="50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b="true" sz="2969">
                <a:solidFill>
                  <a:srgbClr val="263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Ayush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153455" y="3021319"/>
            <a:ext cx="1655683" cy="50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b="true" sz="2969">
                <a:solidFill>
                  <a:srgbClr val="263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Grishma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857659" y="3021319"/>
            <a:ext cx="1577578" cy="50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7"/>
              </a:lnSpc>
            </a:pPr>
            <a:r>
              <a:rPr lang="en-US" b="true" sz="2969">
                <a:solidFill>
                  <a:srgbClr val="2632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Kaushal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96111" y="8244069"/>
            <a:ext cx="1545193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2">
                <a:solidFill>
                  <a:srgbClr val="90A4AE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COMPONENTS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6111" y="4091224"/>
            <a:ext cx="2004060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6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RESPONSIBILITIES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65008" y="8625449"/>
            <a:ext cx="1545193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2">
                <a:solidFill>
                  <a:srgbClr val="90A4AE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COMPONENTS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765008" y="4091224"/>
            <a:ext cx="2004060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6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RESPONSIBILITIES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3888" y="8625449"/>
            <a:ext cx="1545193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2">
                <a:solidFill>
                  <a:srgbClr val="90A4AE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COMPONENTS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33888" y="4091224"/>
            <a:ext cx="2004060" cy="298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4"/>
              </a:lnSpc>
            </a:pPr>
            <a:r>
              <a:rPr lang="en-US" b="true" sz="1745" i="true" spc="66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RESPONSIBILITIES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84234" y="440821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84234" y="484610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84234" y="5283991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884234" y="5721866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06876" y="4388873"/>
            <a:ext cx="4295656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Equilibrium data processing &amp; cleaning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06876" y="4826748"/>
            <a:ext cx="3637240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Regression fitting of tie-line data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06876" y="5264639"/>
            <a:ext cx="3766066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Graphical User Interface (GUI) dev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6876" y="5702530"/>
            <a:ext cx="3407569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Result visualization framework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553130" y="440821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553130" y="484610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553130" y="5283991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553130" y="5721866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075756" y="4388873"/>
            <a:ext cx="3698915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Crosscurrent extraction modeling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075756" y="4826748"/>
            <a:ext cx="393668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Countercurrent extraction modeling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075756" y="5264639"/>
            <a:ext cx="3967758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Stagewise mass balance algorithms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075756" y="5702530"/>
            <a:ext cx="3103602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Multi-stage separation logic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222011" y="440821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222011" y="4846100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222011" y="5283991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222011" y="5721866"/>
            <a:ext cx="88463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•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2744652" y="4388873"/>
            <a:ext cx="3172658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Synthetic dataset generation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744652" y="4826748"/>
            <a:ext cx="3913108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Neural Network architecture design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2744652" y="5264639"/>
            <a:ext cx="3723918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Model training &amp; validation cycles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744652" y="5702530"/>
            <a:ext cx="3849291" cy="469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b="true" sz="1968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Parameter optimization algorithms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96111" y="431796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26A69A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96111" y="475585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26A69A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6111" y="5193733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26A69A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96111" y="5631624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26A69A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6765008" y="431796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42A5F5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6765008" y="475585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42A5F5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765008" y="5193733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42A5F5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6765008" y="5631624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42A5F5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2433888" y="431796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AB47BC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2433888" y="4755858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AB47BC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433888" y="5193733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AB47BC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2433888" y="5631624"/>
            <a:ext cx="155734" cy="46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6"/>
              </a:lnSpc>
            </a:pPr>
            <a:r>
              <a:rPr lang="en-US" sz="1634">
                <a:solidFill>
                  <a:srgbClr val="AB47BC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096111" y="8468274"/>
            <a:ext cx="151277" cy="1323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2"/>
              </a:lnSpc>
            </a:pPr>
            <a:r>
              <a:rPr lang="en-US" sz="1857">
                <a:solidFill>
                  <a:srgbClr val="E6FFFA"/>
                </a:solidFill>
                <a:latin typeface="Arimo"/>
                <a:ea typeface="Arimo"/>
                <a:cs typeface="Arimo"/>
                <a:sym typeface="Arimo"/>
              </a:rPr>
              <a:t>  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6765008" y="8849653"/>
            <a:ext cx="151277" cy="87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2"/>
              </a:lnSpc>
            </a:pPr>
            <a:r>
              <a:rPr lang="en-US" sz="1857">
                <a:solidFill>
                  <a:srgbClr val="E3F2FD"/>
                </a:solidFill>
                <a:latin typeface="Arimo"/>
                <a:ea typeface="Arimo"/>
                <a:cs typeface="Arimo"/>
                <a:sym typeface="Arimo"/>
              </a:rPr>
              <a:t> 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433888" y="8849653"/>
            <a:ext cx="151277" cy="87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2"/>
              </a:lnSpc>
            </a:pPr>
            <a:r>
              <a:rPr lang="en-US" sz="1857">
                <a:solidFill>
                  <a:srgbClr val="F3E5F5"/>
                </a:solidFill>
                <a:latin typeface="Arimo"/>
                <a:ea typeface="Arimo"/>
                <a:cs typeface="Arimo"/>
                <a:sym typeface="Arimo"/>
              </a:rPr>
              <a:t> 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336618" y="8426941"/>
            <a:ext cx="3376892" cy="13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13"/>
              </a:lnSpc>
            </a:pPr>
            <a:r>
              <a:rPr lang="en-US" sz="1925" spc="19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equilibrium_model</a:t>
            </a:r>
            <a:r>
              <a:rPr lang="en-US" sz="1925" spc="19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 </a:t>
            </a:r>
            <a:r>
              <a:rPr lang="en-US" sz="1925" spc="19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gui_interface</a:t>
            </a:r>
            <a:r>
              <a:rPr lang="en-US" sz="1925" spc="19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</a:t>
            </a:r>
          </a:p>
          <a:p>
            <a:pPr algn="just">
              <a:lnSpc>
                <a:spcPts val="3713"/>
              </a:lnSpc>
            </a:pPr>
            <a:r>
              <a:rPr lang="en-US" sz="1925" spc="19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925" spc="19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visualization</a:t>
            </a:r>
            <a:r>
              <a:rPr lang="en-US" sz="1925" spc="19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7026329" y="8916096"/>
            <a:ext cx="4637024" cy="8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1857" spc="18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crosscurrent_sim</a:t>
            </a:r>
            <a:r>
              <a:rPr lang="en-US" sz="1857" spc="18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 </a:t>
            </a:r>
            <a:r>
              <a:rPr lang="en-US" sz="1857" spc="18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countercurrent_sim</a:t>
            </a:r>
            <a:r>
              <a:rPr lang="en-US" sz="1857" spc="18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695209" y="8916096"/>
            <a:ext cx="2943438" cy="84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2"/>
              </a:lnSpc>
            </a:pPr>
            <a:r>
              <a:rPr lang="en-US" sz="1857" spc="18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dataset_generator</a:t>
            </a:r>
            <a:r>
              <a:rPr lang="en-US" sz="1857" spc="18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 </a:t>
            </a:r>
            <a:r>
              <a:rPr lang="en-US" sz="1857" spc="18">
                <a:solidFill>
                  <a:srgbClr val="ECEFF1"/>
                </a:solidFill>
                <a:latin typeface="Open Sans"/>
                <a:ea typeface="Open Sans"/>
                <a:cs typeface="Open Sans"/>
                <a:sym typeface="Open Sans"/>
              </a:rPr>
              <a:t>ml_model</a:t>
            </a:r>
            <a:r>
              <a:rPr lang="en-US" sz="1857" spc="18">
                <a:solidFill>
                  <a:srgbClr val="82B1FF"/>
                </a:solidFill>
                <a:latin typeface="Open Sans"/>
                <a:ea typeface="Open Sans"/>
                <a:cs typeface="Open Sans"/>
                <a:sym typeface="Open Sans"/>
              </a:rPr>
              <a:t>.py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96111" y="3049356"/>
            <a:ext cx="240506" cy="45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524">
                <a:solidFill>
                  <a:srgbClr val="00897B"/>
                </a:solidFill>
                <a:latin typeface="Arimo"/>
                <a:ea typeface="Arimo"/>
                <a:cs typeface="Arimo"/>
                <a:sym typeface="Arimo"/>
              </a:rPr>
              <a:t>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6765008" y="3049356"/>
            <a:ext cx="240506" cy="45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524">
                <a:solidFill>
                  <a:srgbClr val="1976D2"/>
                </a:solidFill>
                <a:latin typeface="Arimo"/>
                <a:ea typeface="Arimo"/>
                <a:cs typeface="Arimo"/>
                <a:sym typeface="Arimo"/>
              </a:rPr>
              <a:t>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2433888" y="3049356"/>
            <a:ext cx="240506" cy="450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4"/>
              </a:lnSpc>
            </a:pPr>
            <a:r>
              <a:rPr lang="en-US" sz="2524">
                <a:solidFill>
                  <a:srgbClr val="7B1FA2"/>
                </a:solidFill>
                <a:latin typeface="Arimo"/>
                <a:ea typeface="Arimo"/>
                <a:cs typeface="Arimo"/>
                <a:sym typeface="Arimo"/>
              </a:rPr>
              <a:t>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54865" y="768742"/>
            <a:ext cx="14683781" cy="832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b="true" sz="4304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 &amp; Member Responsibilities</a:t>
            </a:r>
          </a:p>
          <a:p>
            <a:pPr algn="l">
              <a:lnSpc>
                <a:spcPts val="5198"/>
              </a:lnSpc>
            </a:pPr>
            <a:r>
              <a:rPr lang="en-US" b="true" sz="2079">
                <a:solidFill>
                  <a:srgbClr val="546E7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Modular Framework Integration &amp; Development Roles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6529328" y="834480"/>
            <a:ext cx="749022" cy="340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9"/>
              </a:lnSpc>
            </a:pPr>
            <a:r>
              <a:rPr lang="en-US" b="true" sz="1957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Slide 4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5884589" y="5838758"/>
            <a:ext cx="264081" cy="36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>
                <a:solidFill>
                  <a:srgbClr val="78909C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1941482" y="5838758"/>
            <a:ext cx="264081" cy="366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1"/>
              </a:lnSpc>
            </a:pPr>
            <a:r>
              <a:rPr lang="en-US" sz="2079">
                <a:solidFill>
                  <a:srgbClr val="78909C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406" y="1737488"/>
            <a:ext cx="7645061" cy="4587037"/>
          </a:xfrm>
          <a:custGeom>
            <a:avLst/>
            <a:gdLst/>
            <a:ahLst/>
            <a:cxnLst/>
            <a:rect r="r" b="b" t="t" l="l"/>
            <a:pathLst>
              <a:path h="4587037" w="7645061">
                <a:moveTo>
                  <a:pt x="0" y="0"/>
                </a:moveTo>
                <a:lnTo>
                  <a:pt x="7645061" y="0"/>
                </a:lnTo>
                <a:lnTo>
                  <a:pt x="7645061" y="4587037"/>
                </a:lnTo>
                <a:lnTo>
                  <a:pt x="0" y="45870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99702" y="4215388"/>
            <a:ext cx="9855387" cy="5654529"/>
          </a:xfrm>
          <a:custGeom>
            <a:avLst/>
            <a:gdLst/>
            <a:ahLst/>
            <a:cxnLst/>
            <a:rect r="r" b="b" t="t" l="l"/>
            <a:pathLst>
              <a:path h="5654529" w="9855387">
                <a:moveTo>
                  <a:pt x="0" y="0"/>
                </a:moveTo>
                <a:lnTo>
                  <a:pt x="9855388" y="0"/>
                </a:lnTo>
                <a:lnTo>
                  <a:pt x="9855388" y="5654529"/>
                </a:lnTo>
                <a:lnTo>
                  <a:pt x="0" y="56545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9683948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Equilibrium Data Fitting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067" y="1265278"/>
            <a:ext cx="11522425" cy="6726216"/>
          </a:xfrm>
          <a:custGeom>
            <a:avLst/>
            <a:gdLst/>
            <a:ahLst/>
            <a:cxnLst/>
            <a:rect r="r" b="b" t="t" l="l"/>
            <a:pathLst>
              <a:path h="6726216" w="11522425">
                <a:moveTo>
                  <a:pt x="0" y="0"/>
                </a:moveTo>
                <a:lnTo>
                  <a:pt x="11522425" y="0"/>
                </a:lnTo>
                <a:lnTo>
                  <a:pt x="11522425" y="6726216"/>
                </a:lnTo>
                <a:lnTo>
                  <a:pt x="0" y="6726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9893" y="5143500"/>
            <a:ext cx="12325196" cy="5037924"/>
          </a:xfrm>
          <a:custGeom>
            <a:avLst/>
            <a:gdLst/>
            <a:ahLst/>
            <a:cxnLst/>
            <a:rect r="r" b="b" t="t" l="l"/>
            <a:pathLst>
              <a:path h="5037924" w="12325196">
                <a:moveTo>
                  <a:pt x="0" y="0"/>
                </a:moveTo>
                <a:lnTo>
                  <a:pt x="12325197" y="0"/>
                </a:lnTo>
                <a:lnTo>
                  <a:pt x="12325197" y="5037924"/>
                </a:lnTo>
                <a:lnTo>
                  <a:pt x="0" y="50379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892492" y="1497933"/>
            <a:ext cx="1841019" cy="1841019"/>
          </a:xfrm>
          <a:custGeom>
            <a:avLst/>
            <a:gdLst/>
            <a:ahLst/>
            <a:cxnLst/>
            <a:rect r="r" b="b" t="t" l="l"/>
            <a:pathLst>
              <a:path h="1841019" w="1841019">
                <a:moveTo>
                  <a:pt x="0" y="0"/>
                </a:moveTo>
                <a:lnTo>
                  <a:pt x="1841019" y="0"/>
                </a:lnTo>
                <a:lnTo>
                  <a:pt x="1841019" y="1841019"/>
                </a:lnTo>
                <a:lnTo>
                  <a:pt x="0" y="18410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812575" y="8239389"/>
            <a:ext cx="1917318" cy="1942035"/>
          </a:xfrm>
          <a:custGeom>
            <a:avLst/>
            <a:gdLst/>
            <a:ahLst/>
            <a:cxnLst/>
            <a:rect r="r" b="b" t="t" l="l"/>
            <a:pathLst>
              <a:path h="1942035" w="1917318">
                <a:moveTo>
                  <a:pt x="0" y="0"/>
                </a:moveTo>
                <a:lnTo>
                  <a:pt x="1917318" y="0"/>
                </a:lnTo>
                <a:lnTo>
                  <a:pt x="1917318" y="1942035"/>
                </a:lnTo>
                <a:lnTo>
                  <a:pt x="0" y="19420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1406" y="426920"/>
            <a:ext cx="9569053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Crosscurrent Extraction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8462" y="1028700"/>
            <a:ext cx="12264021" cy="8676795"/>
          </a:xfrm>
          <a:custGeom>
            <a:avLst/>
            <a:gdLst/>
            <a:ahLst/>
            <a:cxnLst/>
            <a:rect r="r" b="b" t="t" l="l"/>
            <a:pathLst>
              <a:path h="8676795" w="12264021">
                <a:moveTo>
                  <a:pt x="0" y="0"/>
                </a:moveTo>
                <a:lnTo>
                  <a:pt x="12264021" y="0"/>
                </a:lnTo>
                <a:lnTo>
                  <a:pt x="12264021" y="8676795"/>
                </a:lnTo>
                <a:lnTo>
                  <a:pt x="0" y="8676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67570" y="1410845"/>
            <a:ext cx="4047467" cy="4114800"/>
          </a:xfrm>
          <a:custGeom>
            <a:avLst/>
            <a:gdLst/>
            <a:ahLst/>
            <a:cxnLst/>
            <a:rect r="r" b="b" t="t" l="l"/>
            <a:pathLst>
              <a:path h="4114800" w="4047467">
                <a:moveTo>
                  <a:pt x="0" y="0"/>
                </a:moveTo>
                <a:lnTo>
                  <a:pt x="4047467" y="0"/>
                </a:lnTo>
                <a:lnTo>
                  <a:pt x="40474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9569053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Crosscurrent Extraction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781" y="1525822"/>
            <a:ext cx="9276669" cy="7873573"/>
          </a:xfrm>
          <a:custGeom>
            <a:avLst/>
            <a:gdLst/>
            <a:ahLst/>
            <a:cxnLst/>
            <a:rect r="r" b="b" t="t" l="l"/>
            <a:pathLst>
              <a:path h="7873573" w="9276669">
                <a:moveTo>
                  <a:pt x="0" y="0"/>
                </a:moveTo>
                <a:lnTo>
                  <a:pt x="9276668" y="0"/>
                </a:lnTo>
                <a:lnTo>
                  <a:pt x="9276668" y="7873573"/>
                </a:lnTo>
                <a:lnTo>
                  <a:pt x="0" y="7873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0318" y="1525822"/>
            <a:ext cx="10143089" cy="7873573"/>
          </a:xfrm>
          <a:custGeom>
            <a:avLst/>
            <a:gdLst/>
            <a:ahLst/>
            <a:cxnLst/>
            <a:rect r="r" b="b" t="t" l="l"/>
            <a:pathLst>
              <a:path h="7873573" w="10143089">
                <a:moveTo>
                  <a:pt x="0" y="0"/>
                </a:moveTo>
                <a:lnTo>
                  <a:pt x="10143089" y="0"/>
                </a:lnTo>
                <a:lnTo>
                  <a:pt x="10143089" y="7873573"/>
                </a:lnTo>
                <a:lnTo>
                  <a:pt x="0" y="78735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10409262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Countercurrent Extraction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3517" y="1254695"/>
            <a:ext cx="11736151" cy="8215306"/>
          </a:xfrm>
          <a:custGeom>
            <a:avLst/>
            <a:gdLst/>
            <a:ahLst/>
            <a:cxnLst/>
            <a:rect r="r" b="b" t="t" l="l"/>
            <a:pathLst>
              <a:path h="8215306" w="11736151">
                <a:moveTo>
                  <a:pt x="0" y="0"/>
                </a:moveTo>
                <a:lnTo>
                  <a:pt x="11736151" y="0"/>
                </a:lnTo>
                <a:lnTo>
                  <a:pt x="11736151" y="8215306"/>
                </a:lnTo>
                <a:lnTo>
                  <a:pt x="0" y="82153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406" y="426920"/>
            <a:ext cx="10409262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Countercurrent Extraction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1" y="107341"/>
            <a:ext cx="18073319" cy="10170352"/>
            <a:chOff x="0" y="0"/>
            <a:chExt cx="10692257" cy="6016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4393" y="1616903"/>
            <a:ext cx="8222734" cy="5651842"/>
            <a:chOff x="0" y="0"/>
            <a:chExt cx="6486144" cy="44582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86144" cy="4458208"/>
            </a:xfrm>
            <a:custGeom>
              <a:avLst/>
              <a:gdLst/>
              <a:ahLst/>
              <a:cxnLst/>
              <a:rect r="r" b="b" t="t" l="l"/>
              <a:pathLst>
                <a:path h="4458208" w="6486144">
                  <a:moveTo>
                    <a:pt x="6274308" y="46101"/>
                  </a:moveTo>
                  <a:cubicBezTo>
                    <a:pt x="6290564" y="46101"/>
                    <a:pt x="6306185" y="49149"/>
                    <a:pt x="6321171" y="55372"/>
                  </a:cubicBezTo>
                  <a:cubicBezTo>
                    <a:pt x="6336157" y="61595"/>
                    <a:pt x="6349365" y="70485"/>
                    <a:pt x="6360922" y="81915"/>
                  </a:cubicBezTo>
                  <a:cubicBezTo>
                    <a:pt x="6372479" y="93345"/>
                    <a:pt x="6381242" y="106680"/>
                    <a:pt x="6387465" y="121666"/>
                  </a:cubicBezTo>
                  <a:cubicBezTo>
                    <a:pt x="6393688" y="136652"/>
                    <a:pt x="6396863" y="152273"/>
                    <a:pt x="6396863" y="168529"/>
                  </a:cubicBezTo>
                  <a:lnTo>
                    <a:pt x="6396863" y="4202049"/>
                  </a:lnTo>
                  <a:cubicBezTo>
                    <a:pt x="6396863" y="4218305"/>
                    <a:pt x="6393688" y="4233926"/>
                    <a:pt x="6387465" y="4248912"/>
                  </a:cubicBezTo>
                  <a:cubicBezTo>
                    <a:pt x="6381242" y="4263898"/>
                    <a:pt x="6372352" y="4277233"/>
                    <a:pt x="6360922" y="4288663"/>
                  </a:cubicBezTo>
                  <a:cubicBezTo>
                    <a:pt x="6349492" y="4300093"/>
                    <a:pt x="6336157" y="4308983"/>
                    <a:pt x="6321171" y="4315206"/>
                  </a:cubicBezTo>
                  <a:cubicBezTo>
                    <a:pt x="6306185" y="4321429"/>
                    <a:pt x="6290564" y="4324477"/>
                    <a:pt x="6274308" y="4324477"/>
                  </a:cubicBezTo>
                  <a:lnTo>
                    <a:pt x="212979" y="4324477"/>
                  </a:lnTo>
                  <a:cubicBezTo>
                    <a:pt x="196723" y="4324477"/>
                    <a:pt x="181102" y="4321429"/>
                    <a:pt x="166116" y="4315206"/>
                  </a:cubicBezTo>
                  <a:cubicBezTo>
                    <a:pt x="151130" y="4308983"/>
                    <a:pt x="137795" y="4300093"/>
                    <a:pt x="126365" y="4288663"/>
                  </a:cubicBezTo>
                  <a:cubicBezTo>
                    <a:pt x="114935" y="4277233"/>
                    <a:pt x="106045" y="4263898"/>
                    <a:pt x="99822" y="4248912"/>
                  </a:cubicBezTo>
                  <a:cubicBezTo>
                    <a:pt x="93599" y="4233926"/>
                    <a:pt x="90551" y="4218305"/>
                    <a:pt x="90551" y="4202049"/>
                  </a:cubicBezTo>
                  <a:lnTo>
                    <a:pt x="90551" y="168656"/>
                  </a:lnTo>
                  <a:cubicBezTo>
                    <a:pt x="90551" y="152400"/>
                    <a:pt x="93599" y="136779"/>
                    <a:pt x="99822" y="121793"/>
                  </a:cubicBezTo>
                  <a:cubicBezTo>
                    <a:pt x="106045" y="106807"/>
                    <a:pt x="114808" y="93472"/>
                    <a:pt x="126238" y="81915"/>
                  </a:cubicBezTo>
                  <a:cubicBezTo>
                    <a:pt x="137668" y="70358"/>
                    <a:pt x="151003" y="61595"/>
                    <a:pt x="165989" y="55372"/>
                  </a:cubicBezTo>
                  <a:cubicBezTo>
                    <a:pt x="180975" y="49149"/>
                    <a:pt x="196596" y="46101"/>
                    <a:pt x="212852" y="46101"/>
                  </a:cubicBezTo>
                  <a:close/>
                  <a:moveTo>
                    <a:pt x="0" y="0"/>
                  </a:moveTo>
                  <a:lnTo>
                    <a:pt x="0" y="4458208"/>
                  </a:lnTo>
                  <a:lnTo>
                    <a:pt x="6486144" y="4458208"/>
                  </a:lnTo>
                  <a:lnTo>
                    <a:pt x="6486144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47053" y="1509562"/>
            <a:ext cx="8437399" cy="5866507"/>
          </a:xfrm>
          <a:custGeom>
            <a:avLst/>
            <a:gdLst/>
            <a:ahLst/>
            <a:cxnLst/>
            <a:rect r="r" b="b" t="t" l="l"/>
            <a:pathLst>
              <a:path h="5866507" w="8437399">
                <a:moveTo>
                  <a:pt x="0" y="0"/>
                </a:moveTo>
                <a:lnTo>
                  <a:pt x="8437399" y="0"/>
                </a:lnTo>
                <a:lnTo>
                  <a:pt x="8437399" y="5866507"/>
                </a:lnTo>
                <a:lnTo>
                  <a:pt x="0" y="58665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16234" y="1616903"/>
            <a:ext cx="8222734" cy="5651842"/>
            <a:chOff x="0" y="0"/>
            <a:chExt cx="6486144" cy="44582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86144" cy="4458208"/>
            </a:xfrm>
            <a:custGeom>
              <a:avLst/>
              <a:gdLst/>
              <a:ahLst/>
              <a:cxnLst/>
              <a:rect r="r" b="b" t="t" l="l"/>
              <a:pathLst>
                <a:path h="4458208" w="6486144">
                  <a:moveTo>
                    <a:pt x="6274689" y="46101"/>
                  </a:moveTo>
                  <a:cubicBezTo>
                    <a:pt x="6290945" y="46101"/>
                    <a:pt x="6306566" y="49149"/>
                    <a:pt x="6321552" y="55372"/>
                  </a:cubicBezTo>
                  <a:cubicBezTo>
                    <a:pt x="6336538" y="61595"/>
                    <a:pt x="6349873" y="70485"/>
                    <a:pt x="6361303" y="81915"/>
                  </a:cubicBezTo>
                  <a:cubicBezTo>
                    <a:pt x="6372733" y="93345"/>
                    <a:pt x="6381623" y="106680"/>
                    <a:pt x="6387846" y="121666"/>
                  </a:cubicBezTo>
                  <a:cubicBezTo>
                    <a:pt x="6394069" y="136652"/>
                    <a:pt x="6397117" y="152273"/>
                    <a:pt x="6397117" y="168529"/>
                  </a:cubicBezTo>
                  <a:lnTo>
                    <a:pt x="6397117" y="4202049"/>
                  </a:lnTo>
                  <a:cubicBezTo>
                    <a:pt x="6397117" y="4218305"/>
                    <a:pt x="6394069" y="4233926"/>
                    <a:pt x="6387846" y="4248912"/>
                  </a:cubicBezTo>
                  <a:cubicBezTo>
                    <a:pt x="6381623" y="4263898"/>
                    <a:pt x="6372733" y="4277233"/>
                    <a:pt x="6361303" y="4288663"/>
                  </a:cubicBezTo>
                  <a:cubicBezTo>
                    <a:pt x="6349873" y="4300093"/>
                    <a:pt x="6336538" y="4308983"/>
                    <a:pt x="6321552" y="4315206"/>
                  </a:cubicBezTo>
                  <a:cubicBezTo>
                    <a:pt x="6306566" y="4321429"/>
                    <a:pt x="6290945" y="4324477"/>
                    <a:pt x="6274689" y="4324477"/>
                  </a:cubicBezTo>
                  <a:lnTo>
                    <a:pt x="213360" y="4324477"/>
                  </a:lnTo>
                  <a:cubicBezTo>
                    <a:pt x="197104" y="4324477"/>
                    <a:pt x="181483" y="4321429"/>
                    <a:pt x="166497" y="4315206"/>
                  </a:cubicBezTo>
                  <a:cubicBezTo>
                    <a:pt x="151511" y="4308983"/>
                    <a:pt x="138176" y="4300093"/>
                    <a:pt x="126746" y="4288663"/>
                  </a:cubicBezTo>
                  <a:cubicBezTo>
                    <a:pt x="115316" y="4277233"/>
                    <a:pt x="106426" y="4263898"/>
                    <a:pt x="100203" y="4248912"/>
                  </a:cubicBezTo>
                  <a:cubicBezTo>
                    <a:pt x="93980" y="4233926"/>
                    <a:pt x="90932" y="4218305"/>
                    <a:pt x="90932" y="4202049"/>
                  </a:cubicBezTo>
                  <a:lnTo>
                    <a:pt x="90932" y="168656"/>
                  </a:lnTo>
                  <a:cubicBezTo>
                    <a:pt x="90932" y="152400"/>
                    <a:pt x="93980" y="136779"/>
                    <a:pt x="100203" y="121793"/>
                  </a:cubicBezTo>
                  <a:cubicBezTo>
                    <a:pt x="106426" y="106807"/>
                    <a:pt x="115189" y="93472"/>
                    <a:pt x="126619" y="81915"/>
                  </a:cubicBezTo>
                  <a:cubicBezTo>
                    <a:pt x="138049" y="70358"/>
                    <a:pt x="151384" y="61595"/>
                    <a:pt x="166370" y="55372"/>
                  </a:cubicBezTo>
                  <a:cubicBezTo>
                    <a:pt x="181356" y="49149"/>
                    <a:pt x="196977" y="46101"/>
                    <a:pt x="213233" y="46101"/>
                  </a:cubicBezTo>
                  <a:close/>
                  <a:moveTo>
                    <a:pt x="0" y="0"/>
                  </a:moveTo>
                  <a:lnTo>
                    <a:pt x="0" y="4458208"/>
                  </a:lnTo>
                  <a:lnTo>
                    <a:pt x="6486144" y="4458208"/>
                  </a:lnTo>
                  <a:lnTo>
                    <a:pt x="6486144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861655" y="2330708"/>
            <a:ext cx="8209693" cy="2192230"/>
          </a:xfrm>
          <a:custGeom>
            <a:avLst/>
            <a:gdLst/>
            <a:ahLst/>
            <a:cxnLst/>
            <a:rect r="r" b="b" t="t" l="l"/>
            <a:pathLst>
              <a:path h="2192230" w="8209693">
                <a:moveTo>
                  <a:pt x="0" y="0"/>
                </a:moveTo>
                <a:lnTo>
                  <a:pt x="8209692" y="0"/>
                </a:lnTo>
                <a:lnTo>
                  <a:pt x="8209692" y="2192230"/>
                </a:lnTo>
                <a:lnTo>
                  <a:pt x="0" y="21922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47535" y="1509562"/>
            <a:ext cx="16698774" cy="8875439"/>
          </a:xfrm>
          <a:custGeom>
            <a:avLst/>
            <a:gdLst/>
            <a:ahLst/>
            <a:cxnLst/>
            <a:rect r="r" b="b" t="t" l="l"/>
            <a:pathLst>
              <a:path h="8875439" w="16698774">
                <a:moveTo>
                  <a:pt x="0" y="0"/>
                </a:moveTo>
                <a:lnTo>
                  <a:pt x="16698773" y="0"/>
                </a:lnTo>
                <a:lnTo>
                  <a:pt x="16698773" y="8875439"/>
                </a:lnTo>
                <a:lnTo>
                  <a:pt x="0" y="88754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78480" y="8123991"/>
            <a:ext cx="829486" cy="834638"/>
            <a:chOff x="0" y="0"/>
            <a:chExt cx="654304" cy="6583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4304" cy="658368"/>
            </a:xfrm>
            <a:custGeom>
              <a:avLst/>
              <a:gdLst/>
              <a:ahLst/>
              <a:cxnLst/>
              <a:rect r="r" b="b" t="t" l="l"/>
              <a:pathLst>
                <a:path h="658368" w="654304">
                  <a:moveTo>
                    <a:pt x="327279" y="49784"/>
                  </a:moveTo>
                  <a:cubicBezTo>
                    <a:pt x="361315" y="49784"/>
                    <a:pt x="393954" y="56261"/>
                    <a:pt x="425323" y="69342"/>
                  </a:cubicBezTo>
                  <a:cubicBezTo>
                    <a:pt x="456692" y="82423"/>
                    <a:pt x="484378" y="100838"/>
                    <a:pt x="508508" y="124841"/>
                  </a:cubicBezTo>
                  <a:cubicBezTo>
                    <a:pt x="532638" y="148844"/>
                    <a:pt x="551053" y="176530"/>
                    <a:pt x="564007" y="208026"/>
                  </a:cubicBezTo>
                  <a:cubicBezTo>
                    <a:pt x="576961" y="239522"/>
                    <a:pt x="583565" y="272161"/>
                    <a:pt x="583565" y="306070"/>
                  </a:cubicBezTo>
                  <a:cubicBezTo>
                    <a:pt x="583565" y="339979"/>
                    <a:pt x="577088" y="372745"/>
                    <a:pt x="564007" y="404114"/>
                  </a:cubicBezTo>
                  <a:cubicBezTo>
                    <a:pt x="550926" y="435483"/>
                    <a:pt x="532511" y="463296"/>
                    <a:pt x="508508" y="487299"/>
                  </a:cubicBezTo>
                  <a:cubicBezTo>
                    <a:pt x="484505" y="511302"/>
                    <a:pt x="456819" y="529844"/>
                    <a:pt x="425323" y="542798"/>
                  </a:cubicBezTo>
                  <a:cubicBezTo>
                    <a:pt x="393827" y="555752"/>
                    <a:pt x="361188" y="562356"/>
                    <a:pt x="327279" y="562356"/>
                  </a:cubicBezTo>
                  <a:cubicBezTo>
                    <a:pt x="293370" y="562356"/>
                    <a:pt x="260604" y="555879"/>
                    <a:pt x="229235" y="542798"/>
                  </a:cubicBezTo>
                  <a:cubicBezTo>
                    <a:pt x="197866" y="529717"/>
                    <a:pt x="170180" y="511302"/>
                    <a:pt x="146050" y="487299"/>
                  </a:cubicBezTo>
                  <a:cubicBezTo>
                    <a:pt x="121920" y="463296"/>
                    <a:pt x="103505" y="435610"/>
                    <a:pt x="90551" y="404114"/>
                  </a:cubicBezTo>
                  <a:cubicBezTo>
                    <a:pt x="77597" y="372618"/>
                    <a:pt x="70993" y="339979"/>
                    <a:pt x="70993" y="306070"/>
                  </a:cubicBezTo>
                  <a:cubicBezTo>
                    <a:pt x="70993" y="272161"/>
                    <a:pt x="77470" y="239395"/>
                    <a:pt x="90551" y="208026"/>
                  </a:cubicBezTo>
                  <a:cubicBezTo>
                    <a:pt x="103632" y="176657"/>
                    <a:pt x="122047" y="148844"/>
                    <a:pt x="146050" y="124841"/>
                  </a:cubicBezTo>
                  <a:cubicBezTo>
                    <a:pt x="170053" y="100838"/>
                    <a:pt x="197739" y="82296"/>
                    <a:pt x="229235" y="69342"/>
                  </a:cubicBezTo>
                  <a:cubicBezTo>
                    <a:pt x="260731" y="56388"/>
                    <a:pt x="293370" y="49784"/>
                    <a:pt x="327279" y="49784"/>
                  </a:cubicBezTo>
                  <a:close/>
                  <a:moveTo>
                    <a:pt x="0" y="0"/>
                  </a:moveTo>
                  <a:lnTo>
                    <a:pt x="0" y="658368"/>
                  </a:lnTo>
                  <a:lnTo>
                    <a:pt x="654304" y="658368"/>
                  </a:lnTo>
                  <a:lnTo>
                    <a:pt x="654304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71140" y="8016650"/>
            <a:ext cx="1044151" cy="1049303"/>
            <a:chOff x="0" y="0"/>
            <a:chExt cx="617728" cy="6207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490728" cy="493776"/>
            </a:xfrm>
            <a:custGeom>
              <a:avLst/>
              <a:gdLst/>
              <a:ahLst/>
              <a:cxnLst/>
              <a:rect r="r" b="b" t="t" l="l"/>
              <a:pathLst>
                <a:path h="493776" w="490728">
                  <a:moveTo>
                    <a:pt x="0" y="0"/>
                  </a:moveTo>
                  <a:lnTo>
                    <a:pt x="490728" y="0"/>
                  </a:lnTo>
                  <a:lnTo>
                    <a:pt x="490728" y="493776"/>
                  </a:lnTo>
                  <a:lnTo>
                    <a:pt x="0" y="493776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6840" y="100838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384302" y="192151"/>
                  </a:moveTo>
                  <a:cubicBezTo>
                    <a:pt x="384302" y="204724"/>
                    <a:pt x="383032" y="217297"/>
                    <a:pt x="380619" y="229616"/>
                  </a:cubicBezTo>
                  <a:cubicBezTo>
                    <a:pt x="378206" y="241935"/>
                    <a:pt x="374523" y="254000"/>
                    <a:pt x="369697" y="265684"/>
                  </a:cubicBezTo>
                  <a:cubicBezTo>
                    <a:pt x="364871" y="277368"/>
                    <a:pt x="358902" y="288417"/>
                    <a:pt x="351917" y="298958"/>
                  </a:cubicBezTo>
                  <a:cubicBezTo>
                    <a:pt x="344932" y="309499"/>
                    <a:pt x="336931" y="319151"/>
                    <a:pt x="328041" y="328041"/>
                  </a:cubicBezTo>
                  <a:cubicBezTo>
                    <a:pt x="319151" y="336931"/>
                    <a:pt x="309372" y="344932"/>
                    <a:pt x="298958" y="351917"/>
                  </a:cubicBezTo>
                  <a:cubicBezTo>
                    <a:pt x="288544" y="358902"/>
                    <a:pt x="277368" y="364871"/>
                    <a:pt x="265684" y="369697"/>
                  </a:cubicBezTo>
                  <a:cubicBezTo>
                    <a:pt x="254000" y="374523"/>
                    <a:pt x="242062" y="378206"/>
                    <a:pt x="229616" y="380619"/>
                  </a:cubicBezTo>
                  <a:cubicBezTo>
                    <a:pt x="217170" y="383032"/>
                    <a:pt x="204724" y="384302"/>
                    <a:pt x="192151" y="384302"/>
                  </a:cubicBezTo>
                  <a:cubicBezTo>
                    <a:pt x="179578" y="384302"/>
                    <a:pt x="167005" y="383032"/>
                    <a:pt x="154686" y="380619"/>
                  </a:cubicBezTo>
                  <a:cubicBezTo>
                    <a:pt x="142367" y="378206"/>
                    <a:pt x="130302" y="374523"/>
                    <a:pt x="118618" y="369697"/>
                  </a:cubicBezTo>
                  <a:cubicBezTo>
                    <a:pt x="106934" y="364871"/>
                    <a:pt x="95885" y="358902"/>
                    <a:pt x="85344" y="351917"/>
                  </a:cubicBezTo>
                  <a:cubicBezTo>
                    <a:pt x="74803" y="344932"/>
                    <a:pt x="65151" y="336931"/>
                    <a:pt x="56261" y="328041"/>
                  </a:cubicBezTo>
                  <a:cubicBezTo>
                    <a:pt x="47371" y="319151"/>
                    <a:pt x="39370" y="309372"/>
                    <a:pt x="32385" y="298958"/>
                  </a:cubicBezTo>
                  <a:cubicBezTo>
                    <a:pt x="25400" y="288544"/>
                    <a:pt x="19431" y="277368"/>
                    <a:pt x="14605" y="265684"/>
                  </a:cubicBezTo>
                  <a:cubicBezTo>
                    <a:pt x="9779" y="254000"/>
                    <a:pt x="6096" y="242062"/>
                    <a:pt x="3683" y="229616"/>
                  </a:cubicBezTo>
                  <a:cubicBezTo>
                    <a:pt x="1270" y="217170"/>
                    <a:pt x="0" y="204724"/>
                    <a:pt x="0" y="192151"/>
                  </a:cubicBezTo>
                  <a:cubicBezTo>
                    <a:pt x="0" y="179578"/>
                    <a:pt x="1270" y="167005"/>
                    <a:pt x="3683" y="154686"/>
                  </a:cubicBezTo>
                  <a:cubicBezTo>
                    <a:pt x="6096" y="142367"/>
                    <a:pt x="9779" y="130302"/>
                    <a:pt x="14605" y="118618"/>
                  </a:cubicBezTo>
                  <a:cubicBezTo>
                    <a:pt x="19431" y="106934"/>
                    <a:pt x="25400" y="95885"/>
                    <a:pt x="32385" y="85344"/>
                  </a:cubicBezTo>
                  <a:cubicBezTo>
                    <a:pt x="39370" y="74803"/>
                    <a:pt x="47371" y="65151"/>
                    <a:pt x="56261" y="56261"/>
                  </a:cubicBezTo>
                  <a:cubicBezTo>
                    <a:pt x="65151" y="47371"/>
                    <a:pt x="74930" y="39370"/>
                    <a:pt x="85344" y="32385"/>
                  </a:cubicBezTo>
                  <a:cubicBezTo>
                    <a:pt x="95758" y="25400"/>
                    <a:pt x="106934" y="19431"/>
                    <a:pt x="118618" y="14605"/>
                  </a:cubicBezTo>
                  <a:cubicBezTo>
                    <a:pt x="130302" y="9779"/>
                    <a:pt x="142240" y="6096"/>
                    <a:pt x="154686" y="3683"/>
                  </a:cubicBezTo>
                  <a:cubicBezTo>
                    <a:pt x="167132" y="1270"/>
                    <a:pt x="179578" y="0"/>
                    <a:pt x="192151" y="0"/>
                  </a:cubicBezTo>
                  <a:cubicBezTo>
                    <a:pt x="204724" y="0"/>
                    <a:pt x="217297" y="1270"/>
                    <a:pt x="229616" y="3683"/>
                  </a:cubicBezTo>
                  <a:cubicBezTo>
                    <a:pt x="241935" y="6096"/>
                    <a:pt x="254000" y="9779"/>
                    <a:pt x="265684" y="14605"/>
                  </a:cubicBezTo>
                  <a:cubicBezTo>
                    <a:pt x="277368" y="19431"/>
                    <a:pt x="288417" y="25400"/>
                    <a:pt x="298958" y="32385"/>
                  </a:cubicBezTo>
                  <a:cubicBezTo>
                    <a:pt x="309499" y="39370"/>
                    <a:pt x="319151" y="47371"/>
                    <a:pt x="328041" y="56261"/>
                  </a:cubicBezTo>
                  <a:cubicBezTo>
                    <a:pt x="336931" y="65151"/>
                    <a:pt x="344932" y="74930"/>
                    <a:pt x="351917" y="85344"/>
                  </a:cubicBezTo>
                  <a:cubicBezTo>
                    <a:pt x="358902" y="95758"/>
                    <a:pt x="364871" y="106934"/>
                    <a:pt x="369697" y="118618"/>
                  </a:cubicBezTo>
                  <a:cubicBezTo>
                    <a:pt x="374523" y="130302"/>
                    <a:pt x="378206" y="142240"/>
                    <a:pt x="380619" y="154686"/>
                  </a:cubicBezTo>
                  <a:cubicBezTo>
                    <a:pt x="383032" y="167132"/>
                    <a:pt x="384302" y="179578"/>
                    <a:pt x="384302" y="192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08458" y="92583"/>
              <a:ext cx="401066" cy="400812"/>
            </a:xfrm>
            <a:custGeom>
              <a:avLst/>
              <a:gdLst/>
              <a:ahLst/>
              <a:cxnLst/>
              <a:rect r="r" b="b" t="t" l="l"/>
              <a:pathLst>
                <a:path h="400812" w="401066">
                  <a:moveTo>
                    <a:pt x="401066" y="200406"/>
                  </a:moveTo>
                  <a:cubicBezTo>
                    <a:pt x="401066" y="213614"/>
                    <a:pt x="399796" y="226568"/>
                    <a:pt x="397256" y="239522"/>
                  </a:cubicBezTo>
                  <a:lnTo>
                    <a:pt x="389001" y="237871"/>
                  </a:lnTo>
                  <a:lnTo>
                    <a:pt x="397256" y="239522"/>
                  </a:lnTo>
                  <a:cubicBezTo>
                    <a:pt x="394716" y="252476"/>
                    <a:pt x="390906" y="264922"/>
                    <a:pt x="385826" y="277114"/>
                  </a:cubicBezTo>
                  <a:cubicBezTo>
                    <a:pt x="380746" y="289306"/>
                    <a:pt x="374650" y="300863"/>
                    <a:pt x="367284" y="311785"/>
                  </a:cubicBezTo>
                  <a:cubicBezTo>
                    <a:pt x="359918" y="322707"/>
                    <a:pt x="351663" y="332867"/>
                    <a:pt x="342392" y="342138"/>
                  </a:cubicBezTo>
                  <a:lnTo>
                    <a:pt x="336423" y="336169"/>
                  </a:lnTo>
                  <a:lnTo>
                    <a:pt x="342392" y="342138"/>
                  </a:lnTo>
                  <a:cubicBezTo>
                    <a:pt x="333121" y="351409"/>
                    <a:pt x="322961" y="359791"/>
                    <a:pt x="312039" y="367030"/>
                  </a:cubicBezTo>
                  <a:cubicBezTo>
                    <a:pt x="301117" y="374396"/>
                    <a:pt x="289560" y="380492"/>
                    <a:pt x="277368" y="385572"/>
                  </a:cubicBezTo>
                  <a:cubicBezTo>
                    <a:pt x="265176" y="390652"/>
                    <a:pt x="252603" y="394462"/>
                    <a:pt x="239776" y="397002"/>
                  </a:cubicBezTo>
                  <a:lnTo>
                    <a:pt x="238125" y="388747"/>
                  </a:lnTo>
                  <a:lnTo>
                    <a:pt x="239776" y="397002"/>
                  </a:lnTo>
                  <a:cubicBezTo>
                    <a:pt x="226822" y="399542"/>
                    <a:pt x="213868" y="400812"/>
                    <a:pt x="200660" y="400812"/>
                  </a:cubicBezTo>
                  <a:lnTo>
                    <a:pt x="200660" y="392430"/>
                  </a:lnTo>
                  <a:lnTo>
                    <a:pt x="200660" y="400812"/>
                  </a:lnTo>
                  <a:cubicBezTo>
                    <a:pt x="187452" y="400812"/>
                    <a:pt x="174498" y="399542"/>
                    <a:pt x="161544" y="397002"/>
                  </a:cubicBezTo>
                  <a:lnTo>
                    <a:pt x="163195" y="388747"/>
                  </a:lnTo>
                  <a:lnTo>
                    <a:pt x="161544" y="397002"/>
                  </a:lnTo>
                  <a:cubicBezTo>
                    <a:pt x="148590" y="394462"/>
                    <a:pt x="136144" y="390652"/>
                    <a:pt x="123952" y="385572"/>
                  </a:cubicBezTo>
                  <a:cubicBezTo>
                    <a:pt x="111760" y="380492"/>
                    <a:pt x="100203" y="374396"/>
                    <a:pt x="89281" y="367030"/>
                  </a:cubicBezTo>
                  <a:cubicBezTo>
                    <a:pt x="78359" y="359664"/>
                    <a:pt x="68199" y="351409"/>
                    <a:pt x="58928" y="342138"/>
                  </a:cubicBezTo>
                  <a:lnTo>
                    <a:pt x="64897" y="336169"/>
                  </a:lnTo>
                  <a:lnTo>
                    <a:pt x="58928" y="342138"/>
                  </a:lnTo>
                  <a:cubicBezTo>
                    <a:pt x="49657" y="332867"/>
                    <a:pt x="41275" y="322707"/>
                    <a:pt x="34036" y="311785"/>
                  </a:cubicBezTo>
                  <a:cubicBezTo>
                    <a:pt x="26670" y="300863"/>
                    <a:pt x="20574" y="289306"/>
                    <a:pt x="15494" y="277114"/>
                  </a:cubicBezTo>
                  <a:cubicBezTo>
                    <a:pt x="10414" y="264922"/>
                    <a:pt x="6604" y="252349"/>
                    <a:pt x="4064" y="239522"/>
                  </a:cubicBezTo>
                  <a:lnTo>
                    <a:pt x="12319" y="237871"/>
                  </a:lnTo>
                  <a:lnTo>
                    <a:pt x="4064" y="239522"/>
                  </a:lnTo>
                  <a:cubicBezTo>
                    <a:pt x="1524" y="226568"/>
                    <a:pt x="254" y="213614"/>
                    <a:pt x="254" y="200406"/>
                  </a:cubicBezTo>
                  <a:lnTo>
                    <a:pt x="8382" y="200406"/>
                  </a:lnTo>
                  <a:lnTo>
                    <a:pt x="0" y="200406"/>
                  </a:lnTo>
                  <a:cubicBezTo>
                    <a:pt x="0" y="187198"/>
                    <a:pt x="1270" y="174244"/>
                    <a:pt x="3810" y="161290"/>
                  </a:cubicBezTo>
                  <a:lnTo>
                    <a:pt x="12065" y="162941"/>
                  </a:lnTo>
                  <a:lnTo>
                    <a:pt x="3810" y="161290"/>
                  </a:lnTo>
                  <a:cubicBezTo>
                    <a:pt x="6350" y="148336"/>
                    <a:pt x="10160" y="135890"/>
                    <a:pt x="15240" y="123698"/>
                  </a:cubicBezTo>
                  <a:lnTo>
                    <a:pt x="22987" y="126873"/>
                  </a:lnTo>
                  <a:lnTo>
                    <a:pt x="15240" y="123698"/>
                  </a:lnTo>
                  <a:cubicBezTo>
                    <a:pt x="20320" y="111506"/>
                    <a:pt x="26416" y="99949"/>
                    <a:pt x="33782" y="89027"/>
                  </a:cubicBezTo>
                  <a:cubicBezTo>
                    <a:pt x="41148" y="78105"/>
                    <a:pt x="49403" y="67945"/>
                    <a:pt x="58674" y="58674"/>
                  </a:cubicBezTo>
                  <a:lnTo>
                    <a:pt x="64643" y="64643"/>
                  </a:lnTo>
                  <a:lnTo>
                    <a:pt x="58674" y="58674"/>
                  </a:lnTo>
                  <a:cubicBezTo>
                    <a:pt x="67945" y="49403"/>
                    <a:pt x="78105" y="41021"/>
                    <a:pt x="89027" y="33782"/>
                  </a:cubicBezTo>
                  <a:cubicBezTo>
                    <a:pt x="99949" y="26416"/>
                    <a:pt x="111506" y="20320"/>
                    <a:pt x="123698" y="15240"/>
                  </a:cubicBezTo>
                  <a:cubicBezTo>
                    <a:pt x="135890" y="10160"/>
                    <a:pt x="148463" y="6350"/>
                    <a:pt x="161290" y="3810"/>
                  </a:cubicBezTo>
                  <a:lnTo>
                    <a:pt x="162941" y="12065"/>
                  </a:lnTo>
                  <a:lnTo>
                    <a:pt x="161290" y="3810"/>
                  </a:lnTo>
                  <a:cubicBezTo>
                    <a:pt x="174244" y="1270"/>
                    <a:pt x="187198" y="0"/>
                    <a:pt x="200406" y="0"/>
                  </a:cubicBezTo>
                  <a:lnTo>
                    <a:pt x="200406" y="8382"/>
                  </a:lnTo>
                  <a:lnTo>
                    <a:pt x="200406" y="0"/>
                  </a:lnTo>
                  <a:cubicBezTo>
                    <a:pt x="213614" y="0"/>
                    <a:pt x="226568" y="1270"/>
                    <a:pt x="239522" y="3810"/>
                  </a:cubicBezTo>
                  <a:lnTo>
                    <a:pt x="237871" y="12065"/>
                  </a:lnTo>
                  <a:lnTo>
                    <a:pt x="239522" y="3810"/>
                  </a:lnTo>
                  <a:cubicBezTo>
                    <a:pt x="252476" y="6350"/>
                    <a:pt x="264922" y="10160"/>
                    <a:pt x="277114" y="15240"/>
                  </a:cubicBezTo>
                  <a:cubicBezTo>
                    <a:pt x="289306" y="20320"/>
                    <a:pt x="300863" y="26416"/>
                    <a:pt x="311785" y="33782"/>
                  </a:cubicBezTo>
                  <a:cubicBezTo>
                    <a:pt x="322707" y="41148"/>
                    <a:pt x="332867" y="49403"/>
                    <a:pt x="342138" y="58674"/>
                  </a:cubicBezTo>
                  <a:lnTo>
                    <a:pt x="336169" y="64643"/>
                  </a:lnTo>
                  <a:lnTo>
                    <a:pt x="342138" y="58674"/>
                  </a:lnTo>
                  <a:cubicBezTo>
                    <a:pt x="351409" y="67945"/>
                    <a:pt x="359791" y="78105"/>
                    <a:pt x="367030" y="89027"/>
                  </a:cubicBezTo>
                  <a:cubicBezTo>
                    <a:pt x="374396" y="99949"/>
                    <a:pt x="380492" y="111506"/>
                    <a:pt x="385572" y="123698"/>
                  </a:cubicBezTo>
                  <a:lnTo>
                    <a:pt x="377825" y="126873"/>
                  </a:lnTo>
                  <a:lnTo>
                    <a:pt x="385572" y="123698"/>
                  </a:lnTo>
                  <a:cubicBezTo>
                    <a:pt x="390652" y="135890"/>
                    <a:pt x="394462" y="148463"/>
                    <a:pt x="397002" y="161290"/>
                  </a:cubicBezTo>
                  <a:lnTo>
                    <a:pt x="388747" y="162941"/>
                  </a:lnTo>
                  <a:lnTo>
                    <a:pt x="397002" y="161290"/>
                  </a:lnTo>
                  <a:cubicBezTo>
                    <a:pt x="399542" y="174244"/>
                    <a:pt x="400812" y="187198"/>
                    <a:pt x="400812" y="200406"/>
                  </a:cubicBezTo>
                  <a:lnTo>
                    <a:pt x="392430" y="200406"/>
                  </a:lnTo>
                  <a:lnTo>
                    <a:pt x="400812" y="200406"/>
                  </a:lnTo>
                  <a:moveTo>
                    <a:pt x="384048" y="200406"/>
                  </a:moveTo>
                  <a:cubicBezTo>
                    <a:pt x="384048" y="188341"/>
                    <a:pt x="382905" y="176403"/>
                    <a:pt x="380492" y="164592"/>
                  </a:cubicBezTo>
                  <a:cubicBezTo>
                    <a:pt x="378079" y="152781"/>
                    <a:pt x="374650" y="141224"/>
                    <a:pt x="370078" y="130048"/>
                  </a:cubicBezTo>
                  <a:cubicBezTo>
                    <a:pt x="365506" y="118872"/>
                    <a:pt x="359791" y="108331"/>
                    <a:pt x="353060" y="98298"/>
                  </a:cubicBezTo>
                  <a:lnTo>
                    <a:pt x="360045" y="93599"/>
                  </a:lnTo>
                  <a:lnTo>
                    <a:pt x="353060" y="98298"/>
                  </a:lnTo>
                  <a:cubicBezTo>
                    <a:pt x="346329" y="88265"/>
                    <a:pt x="338709" y="78994"/>
                    <a:pt x="330200" y="70485"/>
                  </a:cubicBezTo>
                  <a:cubicBezTo>
                    <a:pt x="321691" y="61976"/>
                    <a:pt x="312420" y="54356"/>
                    <a:pt x="302387" y="47625"/>
                  </a:cubicBezTo>
                  <a:lnTo>
                    <a:pt x="307086" y="40640"/>
                  </a:lnTo>
                  <a:lnTo>
                    <a:pt x="302387" y="47625"/>
                  </a:lnTo>
                  <a:cubicBezTo>
                    <a:pt x="292354" y="40894"/>
                    <a:pt x="281813" y="35306"/>
                    <a:pt x="270637" y="30607"/>
                  </a:cubicBezTo>
                  <a:lnTo>
                    <a:pt x="273812" y="22860"/>
                  </a:lnTo>
                  <a:lnTo>
                    <a:pt x="270637" y="30607"/>
                  </a:lnTo>
                  <a:cubicBezTo>
                    <a:pt x="259461" y="26035"/>
                    <a:pt x="248031" y="22479"/>
                    <a:pt x="236093" y="20193"/>
                  </a:cubicBezTo>
                  <a:cubicBezTo>
                    <a:pt x="224282" y="17780"/>
                    <a:pt x="212344" y="16637"/>
                    <a:pt x="200279" y="16637"/>
                  </a:cubicBezTo>
                  <a:cubicBezTo>
                    <a:pt x="188214" y="16637"/>
                    <a:pt x="176276" y="17780"/>
                    <a:pt x="164465" y="20193"/>
                  </a:cubicBezTo>
                  <a:cubicBezTo>
                    <a:pt x="152654" y="22606"/>
                    <a:pt x="141097" y="26035"/>
                    <a:pt x="129921" y="30607"/>
                  </a:cubicBezTo>
                  <a:lnTo>
                    <a:pt x="126746" y="22860"/>
                  </a:lnTo>
                  <a:lnTo>
                    <a:pt x="129921" y="30607"/>
                  </a:lnTo>
                  <a:cubicBezTo>
                    <a:pt x="118745" y="35179"/>
                    <a:pt x="108204" y="40894"/>
                    <a:pt x="98171" y="47625"/>
                  </a:cubicBezTo>
                  <a:lnTo>
                    <a:pt x="93472" y="40640"/>
                  </a:lnTo>
                  <a:lnTo>
                    <a:pt x="98171" y="47625"/>
                  </a:lnTo>
                  <a:cubicBezTo>
                    <a:pt x="88138" y="54356"/>
                    <a:pt x="78867" y="61976"/>
                    <a:pt x="70358" y="70485"/>
                  </a:cubicBezTo>
                  <a:cubicBezTo>
                    <a:pt x="61849" y="78994"/>
                    <a:pt x="54229" y="88265"/>
                    <a:pt x="47498" y="98298"/>
                  </a:cubicBezTo>
                  <a:lnTo>
                    <a:pt x="40513" y="93599"/>
                  </a:lnTo>
                  <a:lnTo>
                    <a:pt x="47498" y="98298"/>
                  </a:lnTo>
                  <a:cubicBezTo>
                    <a:pt x="40767" y="108331"/>
                    <a:pt x="35179" y="118872"/>
                    <a:pt x="30480" y="130048"/>
                  </a:cubicBezTo>
                  <a:cubicBezTo>
                    <a:pt x="25908" y="141224"/>
                    <a:pt x="22352" y="152654"/>
                    <a:pt x="20066" y="164592"/>
                  </a:cubicBezTo>
                  <a:cubicBezTo>
                    <a:pt x="17653" y="176403"/>
                    <a:pt x="16510" y="188341"/>
                    <a:pt x="16510" y="200406"/>
                  </a:cubicBezTo>
                  <a:cubicBezTo>
                    <a:pt x="16510" y="212471"/>
                    <a:pt x="17653" y="224409"/>
                    <a:pt x="20066" y="236220"/>
                  </a:cubicBezTo>
                  <a:cubicBezTo>
                    <a:pt x="22479" y="248031"/>
                    <a:pt x="25908" y="259588"/>
                    <a:pt x="30480" y="270764"/>
                  </a:cubicBezTo>
                  <a:lnTo>
                    <a:pt x="22733" y="273939"/>
                  </a:lnTo>
                  <a:lnTo>
                    <a:pt x="30480" y="270764"/>
                  </a:lnTo>
                  <a:cubicBezTo>
                    <a:pt x="35052" y="281940"/>
                    <a:pt x="40767" y="292481"/>
                    <a:pt x="47498" y="302514"/>
                  </a:cubicBezTo>
                  <a:lnTo>
                    <a:pt x="40513" y="307213"/>
                  </a:lnTo>
                  <a:lnTo>
                    <a:pt x="47498" y="302514"/>
                  </a:lnTo>
                  <a:cubicBezTo>
                    <a:pt x="54229" y="312547"/>
                    <a:pt x="61849" y="321818"/>
                    <a:pt x="70358" y="330327"/>
                  </a:cubicBezTo>
                  <a:cubicBezTo>
                    <a:pt x="78867" y="338836"/>
                    <a:pt x="88138" y="346456"/>
                    <a:pt x="98171" y="353187"/>
                  </a:cubicBezTo>
                  <a:lnTo>
                    <a:pt x="93472" y="360172"/>
                  </a:lnTo>
                  <a:lnTo>
                    <a:pt x="98171" y="353187"/>
                  </a:lnTo>
                  <a:cubicBezTo>
                    <a:pt x="108204" y="359918"/>
                    <a:pt x="118745" y="365506"/>
                    <a:pt x="129921" y="370205"/>
                  </a:cubicBezTo>
                  <a:lnTo>
                    <a:pt x="126746" y="377952"/>
                  </a:lnTo>
                  <a:lnTo>
                    <a:pt x="129921" y="370205"/>
                  </a:lnTo>
                  <a:cubicBezTo>
                    <a:pt x="141097" y="374777"/>
                    <a:pt x="152527" y="378333"/>
                    <a:pt x="164465" y="380619"/>
                  </a:cubicBezTo>
                  <a:cubicBezTo>
                    <a:pt x="176276" y="383032"/>
                    <a:pt x="188214" y="384175"/>
                    <a:pt x="200279" y="384175"/>
                  </a:cubicBezTo>
                  <a:cubicBezTo>
                    <a:pt x="212344" y="384175"/>
                    <a:pt x="224282" y="383032"/>
                    <a:pt x="236093" y="380619"/>
                  </a:cubicBezTo>
                  <a:cubicBezTo>
                    <a:pt x="247904" y="378206"/>
                    <a:pt x="259461" y="374777"/>
                    <a:pt x="270637" y="370205"/>
                  </a:cubicBezTo>
                  <a:lnTo>
                    <a:pt x="273812" y="377952"/>
                  </a:lnTo>
                  <a:lnTo>
                    <a:pt x="270637" y="370205"/>
                  </a:lnTo>
                  <a:cubicBezTo>
                    <a:pt x="281813" y="365633"/>
                    <a:pt x="292354" y="359918"/>
                    <a:pt x="302387" y="353187"/>
                  </a:cubicBezTo>
                  <a:lnTo>
                    <a:pt x="307086" y="360172"/>
                  </a:lnTo>
                  <a:lnTo>
                    <a:pt x="302387" y="353187"/>
                  </a:lnTo>
                  <a:cubicBezTo>
                    <a:pt x="312420" y="346456"/>
                    <a:pt x="321691" y="338836"/>
                    <a:pt x="330200" y="330327"/>
                  </a:cubicBezTo>
                  <a:cubicBezTo>
                    <a:pt x="338709" y="321818"/>
                    <a:pt x="346329" y="312547"/>
                    <a:pt x="353060" y="302514"/>
                  </a:cubicBezTo>
                  <a:lnTo>
                    <a:pt x="360045" y="307213"/>
                  </a:lnTo>
                  <a:lnTo>
                    <a:pt x="353060" y="302514"/>
                  </a:lnTo>
                  <a:cubicBezTo>
                    <a:pt x="359791" y="292481"/>
                    <a:pt x="365379" y="281940"/>
                    <a:pt x="370078" y="270764"/>
                  </a:cubicBezTo>
                  <a:lnTo>
                    <a:pt x="377825" y="273939"/>
                  </a:lnTo>
                  <a:lnTo>
                    <a:pt x="370078" y="270764"/>
                  </a:lnTo>
                  <a:cubicBezTo>
                    <a:pt x="374650" y="259588"/>
                    <a:pt x="378206" y="248158"/>
                    <a:pt x="380492" y="236220"/>
                  </a:cubicBezTo>
                  <a:cubicBezTo>
                    <a:pt x="382905" y="224409"/>
                    <a:pt x="384048" y="212471"/>
                    <a:pt x="384048" y="200406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42300" y="8252793"/>
            <a:ext cx="834638" cy="829486"/>
            <a:chOff x="0" y="0"/>
            <a:chExt cx="658368" cy="6543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58368" cy="654304"/>
            </a:xfrm>
            <a:custGeom>
              <a:avLst/>
              <a:gdLst/>
              <a:ahLst/>
              <a:cxnLst/>
              <a:rect r="r" b="b" t="t" l="l"/>
              <a:pathLst>
                <a:path h="654304" w="658368">
                  <a:moveTo>
                    <a:pt x="328041" y="48514"/>
                  </a:moveTo>
                  <a:cubicBezTo>
                    <a:pt x="362077" y="48514"/>
                    <a:pt x="394716" y="54991"/>
                    <a:pt x="426085" y="68072"/>
                  </a:cubicBezTo>
                  <a:cubicBezTo>
                    <a:pt x="457454" y="81153"/>
                    <a:pt x="485140" y="99568"/>
                    <a:pt x="509143" y="123571"/>
                  </a:cubicBezTo>
                  <a:cubicBezTo>
                    <a:pt x="533146" y="147574"/>
                    <a:pt x="551688" y="175260"/>
                    <a:pt x="564642" y="206629"/>
                  </a:cubicBezTo>
                  <a:cubicBezTo>
                    <a:pt x="577596" y="237998"/>
                    <a:pt x="584200" y="270764"/>
                    <a:pt x="584200" y="304673"/>
                  </a:cubicBezTo>
                  <a:cubicBezTo>
                    <a:pt x="584200" y="338582"/>
                    <a:pt x="577723" y="371348"/>
                    <a:pt x="564642" y="402717"/>
                  </a:cubicBezTo>
                  <a:cubicBezTo>
                    <a:pt x="551561" y="434086"/>
                    <a:pt x="533146" y="461772"/>
                    <a:pt x="509143" y="485902"/>
                  </a:cubicBezTo>
                  <a:cubicBezTo>
                    <a:pt x="485140" y="510032"/>
                    <a:pt x="457454" y="528447"/>
                    <a:pt x="426085" y="541401"/>
                  </a:cubicBezTo>
                  <a:cubicBezTo>
                    <a:pt x="394716" y="554355"/>
                    <a:pt x="361950" y="560959"/>
                    <a:pt x="328041" y="560959"/>
                  </a:cubicBezTo>
                  <a:cubicBezTo>
                    <a:pt x="294132" y="560959"/>
                    <a:pt x="261366" y="554482"/>
                    <a:pt x="229997" y="541401"/>
                  </a:cubicBezTo>
                  <a:cubicBezTo>
                    <a:pt x="198628" y="528320"/>
                    <a:pt x="170942" y="509905"/>
                    <a:pt x="146812" y="485902"/>
                  </a:cubicBezTo>
                  <a:cubicBezTo>
                    <a:pt x="122682" y="461899"/>
                    <a:pt x="104267" y="434086"/>
                    <a:pt x="91313" y="402717"/>
                  </a:cubicBezTo>
                  <a:cubicBezTo>
                    <a:pt x="78359" y="371348"/>
                    <a:pt x="71755" y="338709"/>
                    <a:pt x="71755" y="304800"/>
                  </a:cubicBezTo>
                  <a:cubicBezTo>
                    <a:pt x="71755" y="270891"/>
                    <a:pt x="78232" y="238125"/>
                    <a:pt x="91186" y="206756"/>
                  </a:cubicBezTo>
                  <a:cubicBezTo>
                    <a:pt x="104140" y="175387"/>
                    <a:pt x="122682" y="147701"/>
                    <a:pt x="146685" y="123698"/>
                  </a:cubicBezTo>
                  <a:cubicBezTo>
                    <a:pt x="170688" y="99695"/>
                    <a:pt x="198501" y="81153"/>
                    <a:pt x="229870" y="68199"/>
                  </a:cubicBezTo>
                  <a:cubicBezTo>
                    <a:pt x="261239" y="55245"/>
                    <a:pt x="294005" y="48641"/>
                    <a:pt x="327914" y="48641"/>
                  </a:cubicBezTo>
                  <a:close/>
                  <a:moveTo>
                    <a:pt x="0" y="0"/>
                  </a:moveTo>
                  <a:lnTo>
                    <a:pt x="0" y="654304"/>
                  </a:lnTo>
                  <a:lnTo>
                    <a:pt x="658368" y="654304"/>
                  </a:lnTo>
                  <a:lnTo>
                    <a:pt x="658368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434959" y="8145453"/>
            <a:ext cx="1049303" cy="1044151"/>
            <a:chOff x="0" y="0"/>
            <a:chExt cx="620776" cy="6177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493776" cy="490728"/>
            </a:xfrm>
            <a:custGeom>
              <a:avLst/>
              <a:gdLst/>
              <a:ahLst/>
              <a:cxnLst/>
              <a:rect r="r" b="b" t="t" l="l"/>
              <a:pathLst>
                <a:path h="490728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0728"/>
                  </a:lnTo>
                  <a:lnTo>
                    <a:pt x="0" y="490728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17475" y="99949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384302" y="192151"/>
                  </a:moveTo>
                  <a:cubicBezTo>
                    <a:pt x="384302" y="204724"/>
                    <a:pt x="383032" y="217297"/>
                    <a:pt x="380619" y="229616"/>
                  </a:cubicBezTo>
                  <a:cubicBezTo>
                    <a:pt x="378206" y="241935"/>
                    <a:pt x="374523" y="254000"/>
                    <a:pt x="369697" y="265684"/>
                  </a:cubicBezTo>
                  <a:cubicBezTo>
                    <a:pt x="364871" y="277368"/>
                    <a:pt x="358902" y="288417"/>
                    <a:pt x="351917" y="298958"/>
                  </a:cubicBezTo>
                  <a:cubicBezTo>
                    <a:pt x="344932" y="309499"/>
                    <a:pt x="336931" y="319151"/>
                    <a:pt x="328041" y="328041"/>
                  </a:cubicBezTo>
                  <a:cubicBezTo>
                    <a:pt x="319151" y="336931"/>
                    <a:pt x="309372" y="344932"/>
                    <a:pt x="298958" y="351917"/>
                  </a:cubicBezTo>
                  <a:cubicBezTo>
                    <a:pt x="288544" y="358902"/>
                    <a:pt x="277368" y="364871"/>
                    <a:pt x="265684" y="369697"/>
                  </a:cubicBezTo>
                  <a:cubicBezTo>
                    <a:pt x="254000" y="374523"/>
                    <a:pt x="242062" y="378206"/>
                    <a:pt x="229616" y="380619"/>
                  </a:cubicBezTo>
                  <a:cubicBezTo>
                    <a:pt x="217170" y="383032"/>
                    <a:pt x="204724" y="384302"/>
                    <a:pt x="192151" y="384302"/>
                  </a:cubicBezTo>
                  <a:cubicBezTo>
                    <a:pt x="179578" y="384302"/>
                    <a:pt x="167005" y="383032"/>
                    <a:pt x="154686" y="380619"/>
                  </a:cubicBezTo>
                  <a:cubicBezTo>
                    <a:pt x="142367" y="378206"/>
                    <a:pt x="130302" y="374523"/>
                    <a:pt x="118618" y="369697"/>
                  </a:cubicBezTo>
                  <a:cubicBezTo>
                    <a:pt x="106934" y="364871"/>
                    <a:pt x="95885" y="358902"/>
                    <a:pt x="85344" y="351917"/>
                  </a:cubicBezTo>
                  <a:cubicBezTo>
                    <a:pt x="74803" y="344932"/>
                    <a:pt x="65151" y="336931"/>
                    <a:pt x="56261" y="328041"/>
                  </a:cubicBezTo>
                  <a:cubicBezTo>
                    <a:pt x="47371" y="319151"/>
                    <a:pt x="39370" y="309372"/>
                    <a:pt x="32385" y="298958"/>
                  </a:cubicBezTo>
                  <a:cubicBezTo>
                    <a:pt x="25400" y="288544"/>
                    <a:pt x="19431" y="277368"/>
                    <a:pt x="14605" y="265684"/>
                  </a:cubicBezTo>
                  <a:cubicBezTo>
                    <a:pt x="9779" y="254000"/>
                    <a:pt x="6096" y="242062"/>
                    <a:pt x="3683" y="229616"/>
                  </a:cubicBezTo>
                  <a:cubicBezTo>
                    <a:pt x="1270" y="217170"/>
                    <a:pt x="0" y="204724"/>
                    <a:pt x="0" y="192151"/>
                  </a:cubicBezTo>
                  <a:cubicBezTo>
                    <a:pt x="0" y="179578"/>
                    <a:pt x="1270" y="167005"/>
                    <a:pt x="3683" y="154686"/>
                  </a:cubicBezTo>
                  <a:cubicBezTo>
                    <a:pt x="6096" y="142367"/>
                    <a:pt x="9779" y="130302"/>
                    <a:pt x="14605" y="118618"/>
                  </a:cubicBezTo>
                  <a:cubicBezTo>
                    <a:pt x="19431" y="106934"/>
                    <a:pt x="25400" y="95885"/>
                    <a:pt x="32385" y="85344"/>
                  </a:cubicBezTo>
                  <a:cubicBezTo>
                    <a:pt x="39370" y="74803"/>
                    <a:pt x="47244" y="65151"/>
                    <a:pt x="56134" y="56261"/>
                  </a:cubicBezTo>
                  <a:cubicBezTo>
                    <a:pt x="65024" y="47371"/>
                    <a:pt x="74803" y="39370"/>
                    <a:pt x="85217" y="32385"/>
                  </a:cubicBezTo>
                  <a:cubicBezTo>
                    <a:pt x="95631" y="25400"/>
                    <a:pt x="106807" y="19431"/>
                    <a:pt x="118491" y="14605"/>
                  </a:cubicBezTo>
                  <a:cubicBezTo>
                    <a:pt x="130175" y="9779"/>
                    <a:pt x="142113" y="6096"/>
                    <a:pt x="154559" y="3683"/>
                  </a:cubicBezTo>
                  <a:cubicBezTo>
                    <a:pt x="167005" y="1270"/>
                    <a:pt x="179451" y="0"/>
                    <a:pt x="192024" y="0"/>
                  </a:cubicBezTo>
                  <a:cubicBezTo>
                    <a:pt x="204597" y="0"/>
                    <a:pt x="217170" y="1270"/>
                    <a:pt x="229489" y="3683"/>
                  </a:cubicBezTo>
                  <a:cubicBezTo>
                    <a:pt x="241808" y="6096"/>
                    <a:pt x="253873" y="9779"/>
                    <a:pt x="265557" y="14605"/>
                  </a:cubicBezTo>
                  <a:cubicBezTo>
                    <a:pt x="277241" y="19431"/>
                    <a:pt x="288290" y="25400"/>
                    <a:pt x="298831" y="32385"/>
                  </a:cubicBezTo>
                  <a:cubicBezTo>
                    <a:pt x="309372" y="39370"/>
                    <a:pt x="319024" y="47371"/>
                    <a:pt x="327914" y="56261"/>
                  </a:cubicBezTo>
                  <a:cubicBezTo>
                    <a:pt x="336804" y="65151"/>
                    <a:pt x="344805" y="74930"/>
                    <a:pt x="351790" y="85344"/>
                  </a:cubicBezTo>
                  <a:cubicBezTo>
                    <a:pt x="358775" y="95758"/>
                    <a:pt x="364744" y="106934"/>
                    <a:pt x="369570" y="118618"/>
                  </a:cubicBezTo>
                  <a:cubicBezTo>
                    <a:pt x="374396" y="130302"/>
                    <a:pt x="378079" y="142240"/>
                    <a:pt x="380492" y="154686"/>
                  </a:cubicBezTo>
                  <a:cubicBezTo>
                    <a:pt x="382905" y="167132"/>
                    <a:pt x="384175" y="179578"/>
                    <a:pt x="384175" y="192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9347" y="91440"/>
              <a:ext cx="400812" cy="401066"/>
            </a:xfrm>
            <a:custGeom>
              <a:avLst/>
              <a:gdLst/>
              <a:ahLst/>
              <a:cxnLst/>
              <a:rect r="r" b="b" t="t" l="l"/>
              <a:pathLst>
                <a:path h="401066" w="400812">
                  <a:moveTo>
                    <a:pt x="400812" y="200660"/>
                  </a:moveTo>
                  <a:cubicBezTo>
                    <a:pt x="400812" y="213868"/>
                    <a:pt x="399542" y="226822"/>
                    <a:pt x="397002" y="239776"/>
                  </a:cubicBezTo>
                  <a:cubicBezTo>
                    <a:pt x="394462" y="252730"/>
                    <a:pt x="390652" y="265176"/>
                    <a:pt x="385572" y="277368"/>
                  </a:cubicBezTo>
                  <a:cubicBezTo>
                    <a:pt x="380492" y="289560"/>
                    <a:pt x="374396" y="301117"/>
                    <a:pt x="367030" y="312039"/>
                  </a:cubicBezTo>
                  <a:cubicBezTo>
                    <a:pt x="359664" y="322961"/>
                    <a:pt x="351409" y="333121"/>
                    <a:pt x="342138" y="342392"/>
                  </a:cubicBezTo>
                  <a:lnTo>
                    <a:pt x="336169" y="336423"/>
                  </a:lnTo>
                  <a:lnTo>
                    <a:pt x="342138" y="342392"/>
                  </a:lnTo>
                  <a:cubicBezTo>
                    <a:pt x="332867" y="351663"/>
                    <a:pt x="322707" y="360045"/>
                    <a:pt x="311785" y="367284"/>
                  </a:cubicBezTo>
                  <a:cubicBezTo>
                    <a:pt x="300863" y="374650"/>
                    <a:pt x="289306" y="380746"/>
                    <a:pt x="277114" y="385826"/>
                  </a:cubicBezTo>
                  <a:cubicBezTo>
                    <a:pt x="264922" y="390906"/>
                    <a:pt x="252349" y="394716"/>
                    <a:pt x="239522" y="397256"/>
                  </a:cubicBezTo>
                  <a:lnTo>
                    <a:pt x="237871" y="389001"/>
                  </a:lnTo>
                  <a:lnTo>
                    <a:pt x="239522" y="397256"/>
                  </a:lnTo>
                  <a:cubicBezTo>
                    <a:pt x="226568" y="399796"/>
                    <a:pt x="213614" y="401066"/>
                    <a:pt x="200406" y="401066"/>
                  </a:cubicBezTo>
                  <a:lnTo>
                    <a:pt x="200406" y="392684"/>
                  </a:lnTo>
                  <a:lnTo>
                    <a:pt x="200406" y="401066"/>
                  </a:lnTo>
                  <a:cubicBezTo>
                    <a:pt x="187198" y="401066"/>
                    <a:pt x="174244" y="399796"/>
                    <a:pt x="161290" y="397256"/>
                  </a:cubicBezTo>
                  <a:lnTo>
                    <a:pt x="162941" y="389001"/>
                  </a:lnTo>
                  <a:lnTo>
                    <a:pt x="161290" y="397256"/>
                  </a:lnTo>
                  <a:cubicBezTo>
                    <a:pt x="148336" y="394716"/>
                    <a:pt x="135890" y="390906"/>
                    <a:pt x="123698" y="385826"/>
                  </a:cubicBezTo>
                  <a:cubicBezTo>
                    <a:pt x="111506" y="380746"/>
                    <a:pt x="99949" y="374650"/>
                    <a:pt x="89027" y="367284"/>
                  </a:cubicBezTo>
                  <a:cubicBezTo>
                    <a:pt x="78105" y="359918"/>
                    <a:pt x="67945" y="351663"/>
                    <a:pt x="58674" y="342392"/>
                  </a:cubicBezTo>
                  <a:lnTo>
                    <a:pt x="64643" y="336423"/>
                  </a:lnTo>
                  <a:lnTo>
                    <a:pt x="58674" y="342392"/>
                  </a:lnTo>
                  <a:cubicBezTo>
                    <a:pt x="49403" y="333121"/>
                    <a:pt x="41021" y="322961"/>
                    <a:pt x="33782" y="312039"/>
                  </a:cubicBezTo>
                  <a:lnTo>
                    <a:pt x="40767" y="307340"/>
                  </a:lnTo>
                  <a:lnTo>
                    <a:pt x="33782" y="312039"/>
                  </a:lnTo>
                  <a:cubicBezTo>
                    <a:pt x="26416" y="301117"/>
                    <a:pt x="20320" y="289560"/>
                    <a:pt x="15240" y="277368"/>
                  </a:cubicBezTo>
                  <a:cubicBezTo>
                    <a:pt x="10160" y="265176"/>
                    <a:pt x="6350" y="252603"/>
                    <a:pt x="3810" y="239776"/>
                  </a:cubicBezTo>
                  <a:lnTo>
                    <a:pt x="12065" y="238125"/>
                  </a:lnTo>
                  <a:lnTo>
                    <a:pt x="3810" y="239776"/>
                  </a:lnTo>
                  <a:cubicBezTo>
                    <a:pt x="1270" y="226822"/>
                    <a:pt x="0" y="213868"/>
                    <a:pt x="0" y="200660"/>
                  </a:cubicBezTo>
                  <a:lnTo>
                    <a:pt x="8382" y="200660"/>
                  </a:lnTo>
                  <a:lnTo>
                    <a:pt x="0" y="200660"/>
                  </a:lnTo>
                  <a:cubicBezTo>
                    <a:pt x="0" y="187452"/>
                    <a:pt x="1270" y="174498"/>
                    <a:pt x="3810" y="161544"/>
                  </a:cubicBezTo>
                  <a:lnTo>
                    <a:pt x="12065" y="163195"/>
                  </a:lnTo>
                  <a:lnTo>
                    <a:pt x="3810" y="161544"/>
                  </a:lnTo>
                  <a:cubicBezTo>
                    <a:pt x="6350" y="148590"/>
                    <a:pt x="10160" y="136144"/>
                    <a:pt x="15240" y="123952"/>
                  </a:cubicBezTo>
                  <a:cubicBezTo>
                    <a:pt x="20320" y="111760"/>
                    <a:pt x="26416" y="100203"/>
                    <a:pt x="33782" y="89281"/>
                  </a:cubicBezTo>
                  <a:lnTo>
                    <a:pt x="40767" y="93980"/>
                  </a:lnTo>
                  <a:lnTo>
                    <a:pt x="33782" y="89281"/>
                  </a:lnTo>
                  <a:cubicBezTo>
                    <a:pt x="41148" y="78359"/>
                    <a:pt x="49403" y="68199"/>
                    <a:pt x="58674" y="58928"/>
                  </a:cubicBezTo>
                  <a:lnTo>
                    <a:pt x="64643" y="64897"/>
                  </a:lnTo>
                  <a:lnTo>
                    <a:pt x="58674" y="58928"/>
                  </a:lnTo>
                  <a:cubicBezTo>
                    <a:pt x="67945" y="49657"/>
                    <a:pt x="78105" y="41275"/>
                    <a:pt x="89027" y="34036"/>
                  </a:cubicBezTo>
                  <a:cubicBezTo>
                    <a:pt x="99949" y="26670"/>
                    <a:pt x="111506" y="20574"/>
                    <a:pt x="123698" y="15494"/>
                  </a:cubicBezTo>
                  <a:cubicBezTo>
                    <a:pt x="135890" y="10414"/>
                    <a:pt x="148463" y="6604"/>
                    <a:pt x="161290" y="4064"/>
                  </a:cubicBezTo>
                  <a:lnTo>
                    <a:pt x="162941" y="12319"/>
                  </a:lnTo>
                  <a:lnTo>
                    <a:pt x="161290" y="4064"/>
                  </a:lnTo>
                  <a:cubicBezTo>
                    <a:pt x="174244" y="1524"/>
                    <a:pt x="187198" y="254"/>
                    <a:pt x="200406" y="254"/>
                  </a:cubicBezTo>
                  <a:lnTo>
                    <a:pt x="200406" y="8636"/>
                  </a:lnTo>
                  <a:lnTo>
                    <a:pt x="200406" y="0"/>
                  </a:lnTo>
                  <a:cubicBezTo>
                    <a:pt x="213614" y="0"/>
                    <a:pt x="226568" y="1270"/>
                    <a:pt x="239522" y="3810"/>
                  </a:cubicBezTo>
                  <a:lnTo>
                    <a:pt x="237871" y="12065"/>
                  </a:lnTo>
                  <a:lnTo>
                    <a:pt x="239522" y="3810"/>
                  </a:lnTo>
                  <a:cubicBezTo>
                    <a:pt x="252476" y="6350"/>
                    <a:pt x="264922" y="10160"/>
                    <a:pt x="277114" y="15240"/>
                  </a:cubicBezTo>
                  <a:cubicBezTo>
                    <a:pt x="289306" y="20320"/>
                    <a:pt x="300863" y="26416"/>
                    <a:pt x="311785" y="33782"/>
                  </a:cubicBezTo>
                  <a:cubicBezTo>
                    <a:pt x="322707" y="41148"/>
                    <a:pt x="332867" y="49403"/>
                    <a:pt x="342138" y="58674"/>
                  </a:cubicBezTo>
                  <a:lnTo>
                    <a:pt x="336169" y="64643"/>
                  </a:lnTo>
                  <a:lnTo>
                    <a:pt x="342138" y="58674"/>
                  </a:lnTo>
                  <a:cubicBezTo>
                    <a:pt x="351409" y="67945"/>
                    <a:pt x="359791" y="78105"/>
                    <a:pt x="367030" y="89027"/>
                  </a:cubicBezTo>
                  <a:lnTo>
                    <a:pt x="360045" y="93726"/>
                  </a:lnTo>
                  <a:lnTo>
                    <a:pt x="367030" y="89027"/>
                  </a:lnTo>
                  <a:cubicBezTo>
                    <a:pt x="374396" y="99949"/>
                    <a:pt x="380492" y="111506"/>
                    <a:pt x="385572" y="123698"/>
                  </a:cubicBezTo>
                  <a:lnTo>
                    <a:pt x="377825" y="126873"/>
                  </a:lnTo>
                  <a:lnTo>
                    <a:pt x="385572" y="123698"/>
                  </a:lnTo>
                  <a:cubicBezTo>
                    <a:pt x="390652" y="135890"/>
                    <a:pt x="394462" y="148463"/>
                    <a:pt x="397002" y="161290"/>
                  </a:cubicBezTo>
                  <a:cubicBezTo>
                    <a:pt x="399542" y="174244"/>
                    <a:pt x="400812" y="187198"/>
                    <a:pt x="400812" y="200406"/>
                  </a:cubicBezTo>
                  <a:lnTo>
                    <a:pt x="392430" y="200406"/>
                  </a:lnTo>
                  <a:lnTo>
                    <a:pt x="400812" y="200406"/>
                  </a:lnTo>
                  <a:moveTo>
                    <a:pt x="384048" y="200406"/>
                  </a:moveTo>
                  <a:cubicBezTo>
                    <a:pt x="384048" y="188341"/>
                    <a:pt x="382905" y="176403"/>
                    <a:pt x="380492" y="164592"/>
                  </a:cubicBezTo>
                  <a:lnTo>
                    <a:pt x="388747" y="162941"/>
                  </a:lnTo>
                  <a:lnTo>
                    <a:pt x="380492" y="164592"/>
                  </a:lnTo>
                  <a:cubicBezTo>
                    <a:pt x="378079" y="152781"/>
                    <a:pt x="374650" y="141224"/>
                    <a:pt x="370078" y="130048"/>
                  </a:cubicBezTo>
                  <a:cubicBezTo>
                    <a:pt x="365506" y="118872"/>
                    <a:pt x="359791" y="108331"/>
                    <a:pt x="353060" y="98298"/>
                  </a:cubicBezTo>
                  <a:cubicBezTo>
                    <a:pt x="346329" y="88265"/>
                    <a:pt x="338709" y="78994"/>
                    <a:pt x="330200" y="70485"/>
                  </a:cubicBezTo>
                  <a:cubicBezTo>
                    <a:pt x="321691" y="61976"/>
                    <a:pt x="312420" y="54356"/>
                    <a:pt x="302387" y="47625"/>
                  </a:cubicBezTo>
                  <a:lnTo>
                    <a:pt x="307086" y="40640"/>
                  </a:lnTo>
                  <a:lnTo>
                    <a:pt x="302387" y="47625"/>
                  </a:lnTo>
                  <a:cubicBezTo>
                    <a:pt x="292354" y="40894"/>
                    <a:pt x="281813" y="35306"/>
                    <a:pt x="270637" y="30607"/>
                  </a:cubicBezTo>
                  <a:lnTo>
                    <a:pt x="273812" y="22860"/>
                  </a:lnTo>
                  <a:lnTo>
                    <a:pt x="270637" y="30607"/>
                  </a:lnTo>
                  <a:cubicBezTo>
                    <a:pt x="259461" y="26035"/>
                    <a:pt x="248031" y="22479"/>
                    <a:pt x="236093" y="20193"/>
                  </a:cubicBezTo>
                  <a:cubicBezTo>
                    <a:pt x="224282" y="17780"/>
                    <a:pt x="212344" y="16637"/>
                    <a:pt x="200279" y="16637"/>
                  </a:cubicBezTo>
                  <a:cubicBezTo>
                    <a:pt x="188214" y="16637"/>
                    <a:pt x="176276" y="17780"/>
                    <a:pt x="164465" y="20193"/>
                  </a:cubicBezTo>
                  <a:cubicBezTo>
                    <a:pt x="152654" y="22606"/>
                    <a:pt x="141097" y="26035"/>
                    <a:pt x="129921" y="30607"/>
                  </a:cubicBezTo>
                  <a:lnTo>
                    <a:pt x="126746" y="22860"/>
                  </a:lnTo>
                  <a:lnTo>
                    <a:pt x="129921" y="30607"/>
                  </a:lnTo>
                  <a:cubicBezTo>
                    <a:pt x="118745" y="35179"/>
                    <a:pt x="108204" y="40894"/>
                    <a:pt x="98171" y="47625"/>
                  </a:cubicBezTo>
                  <a:lnTo>
                    <a:pt x="93472" y="40640"/>
                  </a:lnTo>
                  <a:lnTo>
                    <a:pt x="98171" y="47625"/>
                  </a:lnTo>
                  <a:cubicBezTo>
                    <a:pt x="88138" y="54356"/>
                    <a:pt x="78867" y="61976"/>
                    <a:pt x="70358" y="70485"/>
                  </a:cubicBezTo>
                  <a:cubicBezTo>
                    <a:pt x="61849" y="78994"/>
                    <a:pt x="54229" y="88265"/>
                    <a:pt x="47498" y="98298"/>
                  </a:cubicBezTo>
                  <a:cubicBezTo>
                    <a:pt x="40767" y="108331"/>
                    <a:pt x="35179" y="118872"/>
                    <a:pt x="30480" y="130048"/>
                  </a:cubicBezTo>
                  <a:lnTo>
                    <a:pt x="22733" y="126873"/>
                  </a:lnTo>
                  <a:lnTo>
                    <a:pt x="30480" y="130048"/>
                  </a:lnTo>
                  <a:cubicBezTo>
                    <a:pt x="25908" y="141224"/>
                    <a:pt x="22352" y="152654"/>
                    <a:pt x="20066" y="164592"/>
                  </a:cubicBezTo>
                  <a:cubicBezTo>
                    <a:pt x="17653" y="176403"/>
                    <a:pt x="16510" y="188341"/>
                    <a:pt x="16510" y="200406"/>
                  </a:cubicBezTo>
                  <a:cubicBezTo>
                    <a:pt x="16510" y="212471"/>
                    <a:pt x="17653" y="224409"/>
                    <a:pt x="20066" y="236220"/>
                  </a:cubicBezTo>
                  <a:cubicBezTo>
                    <a:pt x="22479" y="248031"/>
                    <a:pt x="25908" y="259588"/>
                    <a:pt x="30480" y="270764"/>
                  </a:cubicBezTo>
                  <a:lnTo>
                    <a:pt x="22733" y="273939"/>
                  </a:lnTo>
                  <a:lnTo>
                    <a:pt x="30480" y="270764"/>
                  </a:lnTo>
                  <a:cubicBezTo>
                    <a:pt x="35052" y="281940"/>
                    <a:pt x="40767" y="292481"/>
                    <a:pt x="47498" y="302514"/>
                  </a:cubicBezTo>
                  <a:cubicBezTo>
                    <a:pt x="54229" y="312547"/>
                    <a:pt x="61849" y="321818"/>
                    <a:pt x="70358" y="330327"/>
                  </a:cubicBezTo>
                  <a:cubicBezTo>
                    <a:pt x="78867" y="338836"/>
                    <a:pt x="88138" y="346456"/>
                    <a:pt x="98171" y="353187"/>
                  </a:cubicBezTo>
                  <a:lnTo>
                    <a:pt x="93472" y="360172"/>
                  </a:lnTo>
                  <a:lnTo>
                    <a:pt x="98171" y="353187"/>
                  </a:lnTo>
                  <a:cubicBezTo>
                    <a:pt x="108204" y="359918"/>
                    <a:pt x="118745" y="365506"/>
                    <a:pt x="129921" y="370205"/>
                  </a:cubicBezTo>
                  <a:lnTo>
                    <a:pt x="126746" y="377952"/>
                  </a:lnTo>
                  <a:lnTo>
                    <a:pt x="129921" y="370205"/>
                  </a:lnTo>
                  <a:cubicBezTo>
                    <a:pt x="141097" y="374777"/>
                    <a:pt x="152527" y="378333"/>
                    <a:pt x="164465" y="380619"/>
                  </a:cubicBezTo>
                  <a:cubicBezTo>
                    <a:pt x="176276" y="383032"/>
                    <a:pt x="188214" y="384175"/>
                    <a:pt x="200279" y="384175"/>
                  </a:cubicBezTo>
                  <a:cubicBezTo>
                    <a:pt x="212344" y="384175"/>
                    <a:pt x="224282" y="383032"/>
                    <a:pt x="236093" y="380619"/>
                  </a:cubicBezTo>
                  <a:cubicBezTo>
                    <a:pt x="247904" y="378206"/>
                    <a:pt x="259461" y="374777"/>
                    <a:pt x="270637" y="370205"/>
                  </a:cubicBezTo>
                  <a:lnTo>
                    <a:pt x="273812" y="377952"/>
                  </a:lnTo>
                  <a:lnTo>
                    <a:pt x="270637" y="370205"/>
                  </a:lnTo>
                  <a:cubicBezTo>
                    <a:pt x="281813" y="365633"/>
                    <a:pt x="292354" y="359918"/>
                    <a:pt x="302387" y="353187"/>
                  </a:cubicBezTo>
                  <a:lnTo>
                    <a:pt x="307086" y="360172"/>
                  </a:lnTo>
                  <a:lnTo>
                    <a:pt x="302387" y="353187"/>
                  </a:lnTo>
                  <a:cubicBezTo>
                    <a:pt x="312420" y="346456"/>
                    <a:pt x="321691" y="338836"/>
                    <a:pt x="330200" y="330327"/>
                  </a:cubicBezTo>
                  <a:cubicBezTo>
                    <a:pt x="338709" y="321818"/>
                    <a:pt x="346329" y="312547"/>
                    <a:pt x="353060" y="302514"/>
                  </a:cubicBezTo>
                  <a:lnTo>
                    <a:pt x="360045" y="307213"/>
                  </a:lnTo>
                  <a:lnTo>
                    <a:pt x="353060" y="302514"/>
                  </a:lnTo>
                  <a:cubicBezTo>
                    <a:pt x="359791" y="292481"/>
                    <a:pt x="365379" y="281940"/>
                    <a:pt x="370078" y="270764"/>
                  </a:cubicBezTo>
                  <a:lnTo>
                    <a:pt x="377825" y="273939"/>
                  </a:lnTo>
                  <a:lnTo>
                    <a:pt x="370078" y="270764"/>
                  </a:lnTo>
                  <a:cubicBezTo>
                    <a:pt x="374650" y="259588"/>
                    <a:pt x="378206" y="248158"/>
                    <a:pt x="380492" y="236220"/>
                  </a:cubicBezTo>
                  <a:lnTo>
                    <a:pt x="388747" y="237871"/>
                  </a:lnTo>
                  <a:lnTo>
                    <a:pt x="380492" y="236220"/>
                  </a:lnTo>
                  <a:cubicBezTo>
                    <a:pt x="382905" y="224409"/>
                    <a:pt x="384048" y="212471"/>
                    <a:pt x="384048" y="200406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21575" y="8252793"/>
            <a:ext cx="829486" cy="829486"/>
            <a:chOff x="0" y="0"/>
            <a:chExt cx="654304" cy="6543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54304" cy="654304"/>
            </a:xfrm>
            <a:custGeom>
              <a:avLst/>
              <a:gdLst/>
              <a:ahLst/>
              <a:cxnLst/>
              <a:rect r="r" b="b" t="t" l="l"/>
              <a:pathLst>
                <a:path h="654304" w="654304">
                  <a:moveTo>
                    <a:pt x="327787" y="48514"/>
                  </a:moveTo>
                  <a:cubicBezTo>
                    <a:pt x="361823" y="48514"/>
                    <a:pt x="394462" y="54991"/>
                    <a:pt x="425831" y="68072"/>
                  </a:cubicBezTo>
                  <a:cubicBezTo>
                    <a:pt x="457200" y="81153"/>
                    <a:pt x="485013" y="99568"/>
                    <a:pt x="509016" y="123571"/>
                  </a:cubicBezTo>
                  <a:cubicBezTo>
                    <a:pt x="533019" y="147574"/>
                    <a:pt x="551561" y="175260"/>
                    <a:pt x="564515" y="206629"/>
                  </a:cubicBezTo>
                  <a:cubicBezTo>
                    <a:pt x="577469" y="237998"/>
                    <a:pt x="584073" y="270764"/>
                    <a:pt x="584073" y="304673"/>
                  </a:cubicBezTo>
                  <a:cubicBezTo>
                    <a:pt x="584073" y="338582"/>
                    <a:pt x="577596" y="371348"/>
                    <a:pt x="564515" y="402717"/>
                  </a:cubicBezTo>
                  <a:cubicBezTo>
                    <a:pt x="551434" y="434086"/>
                    <a:pt x="533019" y="461772"/>
                    <a:pt x="509016" y="485902"/>
                  </a:cubicBezTo>
                  <a:cubicBezTo>
                    <a:pt x="485013" y="510032"/>
                    <a:pt x="457327" y="528447"/>
                    <a:pt x="425831" y="541401"/>
                  </a:cubicBezTo>
                  <a:cubicBezTo>
                    <a:pt x="394335" y="554355"/>
                    <a:pt x="361696" y="560959"/>
                    <a:pt x="327787" y="560959"/>
                  </a:cubicBezTo>
                  <a:cubicBezTo>
                    <a:pt x="293878" y="560959"/>
                    <a:pt x="261112" y="554482"/>
                    <a:pt x="229743" y="541401"/>
                  </a:cubicBezTo>
                  <a:cubicBezTo>
                    <a:pt x="198374" y="528320"/>
                    <a:pt x="170561" y="509905"/>
                    <a:pt x="146558" y="485902"/>
                  </a:cubicBezTo>
                  <a:cubicBezTo>
                    <a:pt x="122555" y="461899"/>
                    <a:pt x="104013" y="434086"/>
                    <a:pt x="91059" y="402717"/>
                  </a:cubicBezTo>
                  <a:cubicBezTo>
                    <a:pt x="78105" y="371348"/>
                    <a:pt x="71501" y="338709"/>
                    <a:pt x="71501" y="304800"/>
                  </a:cubicBezTo>
                  <a:cubicBezTo>
                    <a:pt x="71501" y="270891"/>
                    <a:pt x="77978" y="238125"/>
                    <a:pt x="91059" y="206756"/>
                  </a:cubicBezTo>
                  <a:cubicBezTo>
                    <a:pt x="104140" y="175387"/>
                    <a:pt x="122555" y="147701"/>
                    <a:pt x="146558" y="123698"/>
                  </a:cubicBezTo>
                  <a:cubicBezTo>
                    <a:pt x="170561" y="99695"/>
                    <a:pt x="198247" y="81153"/>
                    <a:pt x="229743" y="68199"/>
                  </a:cubicBezTo>
                  <a:cubicBezTo>
                    <a:pt x="261239" y="55245"/>
                    <a:pt x="293878" y="48641"/>
                    <a:pt x="327787" y="48641"/>
                  </a:cubicBezTo>
                  <a:close/>
                  <a:moveTo>
                    <a:pt x="0" y="0"/>
                  </a:moveTo>
                  <a:lnTo>
                    <a:pt x="0" y="654304"/>
                  </a:lnTo>
                  <a:lnTo>
                    <a:pt x="654304" y="654304"/>
                  </a:lnTo>
                  <a:lnTo>
                    <a:pt x="654304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14235" y="8145453"/>
            <a:ext cx="1044151" cy="1044151"/>
            <a:chOff x="0" y="0"/>
            <a:chExt cx="617728" cy="6177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0" y="63500"/>
              <a:ext cx="490728" cy="490728"/>
            </a:xfrm>
            <a:custGeom>
              <a:avLst/>
              <a:gdLst/>
              <a:ahLst/>
              <a:cxnLst/>
              <a:rect r="r" b="b" t="t" l="l"/>
              <a:pathLst>
                <a:path h="490728" w="490728">
                  <a:moveTo>
                    <a:pt x="0" y="0"/>
                  </a:moveTo>
                  <a:lnTo>
                    <a:pt x="490728" y="0"/>
                  </a:lnTo>
                  <a:lnTo>
                    <a:pt x="490728" y="490728"/>
                  </a:lnTo>
                  <a:lnTo>
                    <a:pt x="0" y="490728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117221" y="99949"/>
              <a:ext cx="384302" cy="384302"/>
            </a:xfrm>
            <a:custGeom>
              <a:avLst/>
              <a:gdLst/>
              <a:ahLst/>
              <a:cxnLst/>
              <a:rect r="r" b="b" t="t" l="l"/>
              <a:pathLst>
                <a:path h="384302" w="384302">
                  <a:moveTo>
                    <a:pt x="384302" y="192151"/>
                  </a:moveTo>
                  <a:cubicBezTo>
                    <a:pt x="384302" y="204724"/>
                    <a:pt x="383032" y="217297"/>
                    <a:pt x="380619" y="229616"/>
                  </a:cubicBezTo>
                  <a:cubicBezTo>
                    <a:pt x="378206" y="241935"/>
                    <a:pt x="374523" y="254000"/>
                    <a:pt x="369697" y="265684"/>
                  </a:cubicBezTo>
                  <a:cubicBezTo>
                    <a:pt x="364871" y="277368"/>
                    <a:pt x="358902" y="288417"/>
                    <a:pt x="351917" y="298958"/>
                  </a:cubicBezTo>
                  <a:cubicBezTo>
                    <a:pt x="344932" y="309499"/>
                    <a:pt x="336931" y="319151"/>
                    <a:pt x="328041" y="328041"/>
                  </a:cubicBezTo>
                  <a:cubicBezTo>
                    <a:pt x="319151" y="336931"/>
                    <a:pt x="309372" y="344932"/>
                    <a:pt x="298958" y="351917"/>
                  </a:cubicBezTo>
                  <a:cubicBezTo>
                    <a:pt x="288544" y="358902"/>
                    <a:pt x="277368" y="364871"/>
                    <a:pt x="265684" y="369697"/>
                  </a:cubicBezTo>
                  <a:cubicBezTo>
                    <a:pt x="254000" y="374523"/>
                    <a:pt x="242062" y="378206"/>
                    <a:pt x="229616" y="380619"/>
                  </a:cubicBezTo>
                  <a:cubicBezTo>
                    <a:pt x="217170" y="383032"/>
                    <a:pt x="204724" y="384302"/>
                    <a:pt x="192151" y="384302"/>
                  </a:cubicBezTo>
                  <a:cubicBezTo>
                    <a:pt x="179578" y="384302"/>
                    <a:pt x="167005" y="383032"/>
                    <a:pt x="154686" y="380619"/>
                  </a:cubicBezTo>
                  <a:cubicBezTo>
                    <a:pt x="142367" y="378206"/>
                    <a:pt x="130302" y="374523"/>
                    <a:pt x="118618" y="369697"/>
                  </a:cubicBezTo>
                  <a:cubicBezTo>
                    <a:pt x="106934" y="364871"/>
                    <a:pt x="95885" y="358902"/>
                    <a:pt x="85344" y="351917"/>
                  </a:cubicBezTo>
                  <a:cubicBezTo>
                    <a:pt x="74803" y="344932"/>
                    <a:pt x="65151" y="336931"/>
                    <a:pt x="56261" y="328041"/>
                  </a:cubicBezTo>
                  <a:cubicBezTo>
                    <a:pt x="47371" y="319151"/>
                    <a:pt x="39370" y="309372"/>
                    <a:pt x="32385" y="298958"/>
                  </a:cubicBezTo>
                  <a:cubicBezTo>
                    <a:pt x="25400" y="288544"/>
                    <a:pt x="19431" y="277368"/>
                    <a:pt x="14605" y="265684"/>
                  </a:cubicBezTo>
                  <a:cubicBezTo>
                    <a:pt x="9779" y="254000"/>
                    <a:pt x="6096" y="242062"/>
                    <a:pt x="3683" y="229616"/>
                  </a:cubicBezTo>
                  <a:cubicBezTo>
                    <a:pt x="1270" y="217170"/>
                    <a:pt x="0" y="204724"/>
                    <a:pt x="0" y="192151"/>
                  </a:cubicBezTo>
                  <a:cubicBezTo>
                    <a:pt x="0" y="179578"/>
                    <a:pt x="1270" y="167005"/>
                    <a:pt x="3683" y="154686"/>
                  </a:cubicBezTo>
                  <a:cubicBezTo>
                    <a:pt x="6096" y="142367"/>
                    <a:pt x="9779" y="130302"/>
                    <a:pt x="14605" y="118618"/>
                  </a:cubicBezTo>
                  <a:cubicBezTo>
                    <a:pt x="19431" y="106934"/>
                    <a:pt x="25400" y="95885"/>
                    <a:pt x="32385" y="85344"/>
                  </a:cubicBezTo>
                  <a:cubicBezTo>
                    <a:pt x="39370" y="74803"/>
                    <a:pt x="47244" y="65151"/>
                    <a:pt x="56261" y="56261"/>
                  </a:cubicBezTo>
                  <a:cubicBezTo>
                    <a:pt x="65278" y="47371"/>
                    <a:pt x="74930" y="39370"/>
                    <a:pt x="85344" y="32385"/>
                  </a:cubicBezTo>
                  <a:cubicBezTo>
                    <a:pt x="95758" y="25400"/>
                    <a:pt x="106934" y="19431"/>
                    <a:pt x="118618" y="14605"/>
                  </a:cubicBezTo>
                  <a:cubicBezTo>
                    <a:pt x="130302" y="9779"/>
                    <a:pt x="142240" y="6096"/>
                    <a:pt x="154686" y="3683"/>
                  </a:cubicBezTo>
                  <a:cubicBezTo>
                    <a:pt x="167132" y="1270"/>
                    <a:pt x="179578" y="0"/>
                    <a:pt x="192151" y="0"/>
                  </a:cubicBezTo>
                  <a:cubicBezTo>
                    <a:pt x="204724" y="0"/>
                    <a:pt x="217297" y="1270"/>
                    <a:pt x="229616" y="3683"/>
                  </a:cubicBezTo>
                  <a:cubicBezTo>
                    <a:pt x="241935" y="6096"/>
                    <a:pt x="254000" y="9779"/>
                    <a:pt x="265684" y="14605"/>
                  </a:cubicBezTo>
                  <a:cubicBezTo>
                    <a:pt x="277368" y="19431"/>
                    <a:pt x="288417" y="25400"/>
                    <a:pt x="298958" y="32385"/>
                  </a:cubicBezTo>
                  <a:cubicBezTo>
                    <a:pt x="309499" y="39370"/>
                    <a:pt x="319151" y="47371"/>
                    <a:pt x="328041" y="56261"/>
                  </a:cubicBezTo>
                  <a:cubicBezTo>
                    <a:pt x="336931" y="65151"/>
                    <a:pt x="344932" y="74930"/>
                    <a:pt x="351917" y="85344"/>
                  </a:cubicBezTo>
                  <a:cubicBezTo>
                    <a:pt x="358902" y="95758"/>
                    <a:pt x="364871" y="106934"/>
                    <a:pt x="369697" y="118618"/>
                  </a:cubicBezTo>
                  <a:cubicBezTo>
                    <a:pt x="374523" y="130302"/>
                    <a:pt x="378206" y="142240"/>
                    <a:pt x="380619" y="154686"/>
                  </a:cubicBezTo>
                  <a:cubicBezTo>
                    <a:pt x="383032" y="167132"/>
                    <a:pt x="384302" y="179578"/>
                    <a:pt x="384302" y="192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109093" y="91440"/>
              <a:ext cx="400812" cy="401066"/>
            </a:xfrm>
            <a:custGeom>
              <a:avLst/>
              <a:gdLst/>
              <a:ahLst/>
              <a:cxnLst/>
              <a:rect r="r" b="b" t="t" l="l"/>
              <a:pathLst>
                <a:path h="401066" w="400812">
                  <a:moveTo>
                    <a:pt x="400812" y="200660"/>
                  </a:moveTo>
                  <a:cubicBezTo>
                    <a:pt x="400812" y="213868"/>
                    <a:pt x="399542" y="226822"/>
                    <a:pt x="397002" y="239776"/>
                  </a:cubicBezTo>
                  <a:lnTo>
                    <a:pt x="388747" y="238125"/>
                  </a:lnTo>
                  <a:lnTo>
                    <a:pt x="397002" y="239776"/>
                  </a:lnTo>
                  <a:cubicBezTo>
                    <a:pt x="394462" y="252730"/>
                    <a:pt x="390652" y="265176"/>
                    <a:pt x="385572" y="277368"/>
                  </a:cubicBezTo>
                  <a:cubicBezTo>
                    <a:pt x="380492" y="289560"/>
                    <a:pt x="374396" y="301117"/>
                    <a:pt x="367030" y="312039"/>
                  </a:cubicBezTo>
                  <a:cubicBezTo>
                    <a:pt x="359664" y="322961"/>
                    <a:pt x="351409" y="333121"/>
                    <a:pt x="342138" y="342392"/>
                  </a:cubicBezTo>
                  <a:lnTo>
                    <a:pt x="336169" y="336423"/>
                  </a:lnTo>
                  <a:lnTo>
                    <a:pt x="342138" y="342392"/>
                  </a:lnTo>
                  <a:cubicBezTo>
                    <a:pt x="332867" y="351663"/>
                    <a:pt x="322707" y="360045"/>
                    <a:pt x="311785" y="367284"/>
                  </a:cubicBezTo>
                  <a:cubicBezTo>
                    <a:pt x="300863" y="374650"/>
                    <a:pt x="289306" y="380746"/>
                    <a:pt x="277114" y="385826"/>
                  </a:cubicBezTo>
                  <a:cubicBezTo>
                    <a:pt x="264922" y="390906"/>
                    <a:pt x="252349" y="394716"/>
                    <a:pt x="239522" y="397256"/>
                  </a:cubicBezTo>
                  <a:lnTo>
                    <a:pt x="237871" y="389001"/>
                  </a:lnTo>
                  <a:lnTo>
                    <a:pt x="239522" y="397256"/>
                  </a:lnTo>
                  <a:cubicBezTo>
                    <a:pt x="226568" y="399796"/>
                    <a:pt x="213614" y="401066"/>
                    <a:pt x="200406" y="401066"/>
                  </a:cubicBezTo>
                  <a:lnTo>
                    <a:pt x="200406" y="392684"/>
                  </a:lnTo>
                  <a:lnTo>
                    <a:pt x="200406" y="401066"/>
                  </a:lnTo>
                  <a:cubicBezTo>
                    <a:pt x="187198" y="401066"/>
                    <a:pt x="174244" y="399796"/>
                    <a:pt x="161290" y="397256"/>
                  </a:cubicBezTo>
                  <a:lnTo>
                    <a:pt x="162941" y="389001"/>
                  </a:lnTo>
                  <a:lnTo>
                    <a:pt x="161290" y="397256"/>
                  </a:lnTo>
                  <a:cubicBezTo>
                    <a:pt x="148336" y="394716"/>
                    <a:pt x="135890" y="390906"/>
                    <a:pt x="123698" y="385826"/>
                  </a:cubicBezTo>
                  <a:cubicBezTo>
                    <a:pt x="111506" y="380746"/>
                    <a:pt x="99949" y="374650"/>
                    <a:pt x="89027" y="367284"/>
                  </a:cubicBezTo>
                  <a:cubicBezTo>
                    <a:pt x="78105" y="359918"/>
                    <a:pt x="67945" y="351663"/>
                    <a:pt x="58674" y="342392"/>
                  </a:cubicBezTo>
                  <a:lnTo>
                    <a:pt x="64643" y="336423"/>
                  </a:lnTo>
                  <a:lnTo>
                    <a:pt x="58674" y="342392"/>
                  </a:lnTo>
                  <a:cubicBezTo>
                    <a:pt x="49403" y="333121"/>
                    <a:pt x="41021" y="322961"/>
                    <a:pt x="33782" y="312039"/>
                  </a:cubicBezTo>
                  <a:cubicBezTo>
                    <a:pt x="26416" y="301117"/>
                    <a:pt x="20320" y="289560"/>
                    <a:pt x="15240" y="277368"/>
                  </a:cubicBezTo>
                  <a:cubicBezTo>
                    <a:pt x="10160" y="265176"/>
                    <a:pt x="6350" y="252603"/>
                    <a:pt x="3810" y="239776"/>
                  </a:cubicBezTo>
                  <a:lnTo>
                    <a:pt x="12065" y="238125"/>
                  </a:lnTo>
                  <a:lnTo>
                    <a:pt x="3810" y="239776"/>
                  </a:lnTo>
                  <a:cubicBezTo>
                    <a:pt x="1270" y="226822"/>
                    <a:pt x="0" y="213868"/>
                    <a:pt x="0" y="200660"/>
                  </a:cubicBezTo>
                  <a:lnTo>
                    <a:pt x="8382" y="200660"/>
                  </a:lnTo>
                  <a:lnTo>
                    <a:pt x="0" y="200660"/>
                  </a:lnTo>
                  <a:cubicBezTo>
                    <a:pt x="0" y="187452"/>
                    <a:pt x="1270" y="174498"/>
                    <a:pt x="3810" y="161544"/>
                  </a:cubicBezTo>
                  <a:lnTo>
                    <a:pt x="12065" y="163195"/>
                  </a:lnTo>
                  <a:lnTo>
                    <a:pt x="3810" y="161544"/>
                  </a:lnTo>
                  <a:cubicBezTo>
                    <a:pt x="6350" y="148590"/>
                    <a:pt x="10160" y="136144"/>
                    <a:pt x="15240" y="123952"/>
                  </a:cubicBezTo>
                  <a:cubicBezTo>
                    <a:pt x="20320" y="111760"/>
                    <a:pt x="26416" y="100203"/>
                    <a:pt x="33782" y="89281"/>
                  </a:cubicBezTo>
                  <a:lnTo>
                    <a:pt x="40767" y="93980"/>
                  </a:lnTo>
                  <a:lnTo>
                    <a:pt x="33782" y="89281"/>
                  </a:lnTo>
                  <a:cubicBezTo>
                    <a:pt x="41148" y="78359"/>
                    <a:pt x="49403" y="68199"/>
                    <a:pt x="58674" y="58928"/>
                  </a:cubicBezTo>
                  <a:lnTo>
                    <a:pt x="64643" y="64897"/>
                  </a:lnTo>
                  <a:lnTo>
                    <a:pt x="58674" y="58928"/>
                  </a:lnTo>
                  <a:cubicBezTo>
                    <a:pt x="67945" y="49657"/>
                    <a:pt x="78105" y="41275"/>
                    <a:pt x="89027" y="34036"/>
                  </a:cubicBezTo>
                  <a:cubicBezTo>
                    <a:pt x="99949" y="26670"/>
                    <a:pt x="111506" y="20574"/>
                    <a:pt x="123698" y="15494"/>
                  </a:cubicBezTo>
                  <a:cubicBezTo>
                    <a:pt x="135890" y="10414"/>
                    <a:pt x="148463" y="6604"/>
                    <a:pt x="161290" y="4064"/>
                  </a:cubicBezTo>
                  <a:lnTo>
                    <a:pt x="162941" y="12319"/>
                  </a:lnTo>
                  <a:lnTo>
                    <a:pt x="161290" y="4064"/>
                  </a:lnTo>
                  <a:cubicBezTo>
                    <a:pt x="174244" y="1524"/>
                    <a:pt x="187198" y="254"/>
                    <a:pt x="200406" y="254"/>
                  </a:cubicBezTo>
                  <a:lnTo>
                    <a:pt x="200406" y="8636"/>
                  </a:lnTo>
                  <a:lnTo>
                    <a:pt x="200406" y="0"/>
                  </a:lnTo>
                  <a:cubicBezTo>
                    <a:pt x="213614" y="0"/>
                    <a:pt x="226568" y="1270"/>
                    <a:pt x="239522" y="3810"/>
                  </a:cubicBezTo>
                  <a:lnTo>
                    <a:pt x="237871" y="12065"/>
                  </a:lnTo>
                  <a:lnTo>
                    <a:pt x="239522" y="3810"/>
                  </a:lnTo>
                  <a:cubicBezTo>
                    <a:pt x="252476" y="6350"/>
                    <a:pt x="264922" y="10160"/>
                    <a:pt x="277114" y="15240"/>
                  </a:cubicBezTo>
                  <a:cubicBezTo>
                    <a:pt x="289306" y="20320"/>
                    <a:pt x="300863" y="26416"/>
                    <a:pt x="311785" y="33782"/>
                  </a:cubicBezTo>
                  <a:cubicBezTo>
                    <a:pt x="322707" y="41148"/>
                    <a:pt x="332867" y="49403"/>
                    <a:pt x="342138" y="58674"/>
                  </a:cubicBezTo>
                  <a:lnTo>
                    <a:pt x="336169" y="64643"/>
                  </a:lnTo>
                  <a:lnTo>
                    <a:pt x="342138" y="58674"/>
                  </a:lnTo>
                  <a:cubicBezTo>
                    <a:pt x="351409" y="67945"/>
                    <a:pt x="359791" y="78105"/>
                    <a:pt x="367030" y="89027"/>
                  </a:cubicBezTo>
                  <a:lnTo>
                    <a:pt x="360045" y="93726"/>
                  </a:lnTo>
                  <a:lnTo>
                    <a:pt x="367030" y="89027"/>
                  </a:lnTo>
                  <a:cubicBezTo>
                    <a:pt x="374396" y="99949"/>
                    <a:pt x="380492" y="111506"/>
                    <a:pt x="385572" y="123698"/>
                  </a:cubicBezTo>
                  <a:cubicBezTo>
                    <a:pt x="390652" y="135890"/>
                    <a:pt x="394462" y="148463"/>
                    <a:pt x="397002" y="161290"/>
                  </a:cubicBezTo>
                  <a:lnTo>
                    <a:pt x="388747" y="162941"/>
                  </a:lnTo>
                  <a:lnTo>
                    <a:pt x="397002" y="161290"/>
                  </a:lnTo>
                  <a:cubicBezTo>
                    <a:pt x="399542" y="174244"/>
                    <a:pt x="400812" y="187198"/>
                    <a:pt x="400812" y="200406"/>
                  </a:cubicBezTo>
                  <a:lnTo>
                    <a:pt x="392430" y="200406"/>
                  </a:lnTo>
                  <a:lnTo>
                    <a:pt x="400812" y="200406"/>
                  </a:lnTo>
                  <a:moveTo>
                    <a:pt x="384048" y="200406"/>
                  </a:moveTo>
                  <a:cubicBezTo>
                    <a:pt x="384048" y="188341"/>
                    <a:pt x="382905" y="176403"/>
                    <a:pt x="380492" y="164592"/>
                  </a:cubicBezTo>
                  <a:cubicBezTo>
                    <a:pt x="378079" y="152781"/>
                    <a:pt x="374650" y="141224"/>
                    <a:pt x="370078" y="130048"/>
                  </a:cubicBezTo>
                  <a:lnTo>
                    <a:pt x="377825" y="126873"/>
                  </a:lnTo>
                  <a:lnTo>
                    <a:pt x="370078" y="130048"/>
                  </a:lnTo>
                  <a:cubicBezTo>
                    <a:pt x="365506" y="118872"/>
                    <a:pt x="359791" y="108331"/>
                    <a:pt x="353060" y="98298"/>
                  </a:cubicBezTo>
                  <a:cubicBezTo>
                    <a:pt x="346329" y="88265"/>
                    <a:pt x="338709" y="78994"/>
                    <a:pt x="330200" y="70485"/>
                  </a:cubicBezTo>
                  <a:cubicBezTo>
                    <a:pt x="321691" y="61976"/>
                    <a:pt x="312420" y="54356"/>
                    <a:pt x="302387" y="47625"/>
                  </a:cubicBezTo>
                  <a:lnTo>
                    <a:pt x="307086" y="40640"/>
                  </a:lnTo>
                  <a:lnTo>
                    <a:pt x="302387" y="47625"/>
                  </a:lnTo>
                  <a:cubicBezTo>
                    <a:pt x="292354" y="40894"/>
                    <a:pt x="281813" y="35306"/>
                    <a:pt x="270637" y="30607"/>
                  </a:cubicBezTo>
                  <a:lnTo>
                    <a:pt x="273812" y="22860"/>
                  </a:lnTo>
                  <a:lnTo>
                    <a:pt x="270637" y="30607"/>
                  </a:lnTo>
                  <a:cubicBezTo>
                    <a:pt x="259461" y="26035"/>
                    <a:pt x="248031" y="22479"/>
                    <a:pt x="236093" y="20193"/>
                  </a:cubicBezTo>
                  <a:cubicBezTo>
                    <a:pt x="224282" y="17780"/>
                    <a:pt x="212344" y="16637"/>
                    <a:pt x="200279" y="16637"/>
                  </a:cubicBezTo>
                  <a:cubicBezTo>
                    <a:pt x="188214" y="16637"/>
                    <a:pt x="176276" y="17780"/>
                    <a:pt x="164465" y="20193"/>
                  </a:cubicBezTo>
                  <a:cubicBezTo>
                    <a:pt x="152654" y="22606"/>
                    <a:pt x="141097" y="26035"/>
                    <a:pt x="129921" y="30607"/>
                  </a:cubicBezTo>
                  <a:lnTo>
                    <a:pt x="126746" y="22860"/>
                  </a:lnTo>
                  <a:lnTo>
                    <a:pt x="129921" y="30607"/>
                  </a:lnTo>
                  <a:cubicBezTo>
                    <a:pt x="118745" y="35179"/>
                    <a:pt x="108204" y="40894"/>
                    <a:pt x="98171" y="47625"/>
                  </a:cubicBezTo>
                  <a:lnTo>
                    <a:pt x="93472" y="40640"/>
                  </a:lnTo>
                  <a:lnTo>
                    <a:pt x="98171" y="47625"/>
                  </a:lnTo>
                  <a:cubicBezTo>
                    <a:pt x="88138" y="54356"/>
                    <a:pt x="78867" y="61976"/>
                    <a:pt x="70358" y="70485"/>
                  </a:cubicBezTo>
                  <a:cubicBezTo>
                    <a:pt x="61849" y="78994"/>
                    <a:pt x="54229" y="88265"/>
                    <a:pt x="47498" y="98298"/>
                  </a:cubicBezTo>
                  <a:cubicBezTo>
                    <a:pt x="40767" y="108331"/>
                    <a:pt x="35179" y="118872"/>
                    <a:pt x="30480" y="130048"/>
                  </a:cubicBezTo>
                  <a:lnTo>
                    <a:pt x="22733" y="126873"/>
                  </a:lnTo>
                  <a:lnTo>
                    <a:pt x="30480" y="130048"/>
                  </a:lnTo>
                  <a:cubicBezTo>
                    <a:pt x="25908" y="141224"/>
                    <a:pt x="22352" y="152654"/>
                    <a:pt x="20066" y="164592"/>
                  </a:cubicBezTo>
                  <a:cubicBezTo>
                    <a:pt x="17653" y="176403"/>
                    <a:pt x="16510" y="188341"/>
                    <a:pt x="16510" y="200406"/>
                  </a:cubicBezTo>
                  <a:cubicBezTo>
                    <a:pt x="16510" y="212471"/>
                    <a:pt x="17653" y="224409"/>
                    <a:pt x="20066" y="236220"/>
                  </a:cubicBezTo>
                  <a:cubicBezTo>
                    <a:pt x="22479" y="248031"/>
                    <a:pt x="25908" y="259588"/>
                    <a:pt x="30480" y="270764"/>
                  </a:cubicBezTo>
                  <a:lnTo>
                    <a:pt x="22733" y="273939"/>
                  </a:lnTo>
                  <a:lnTo>
                    <a:pt x="30480" y="270764"/>
                  </a:lnTo>
                  <a:cubicBezTo>
                    <a:pt x="35052" y="281940"/>
                    <a:pt x="40767" y="292481"/>
                    <a:pt x="47498" y="302514"/>
                  </a:cubicBezTo>
                  <a:lnTo>
                    <a:pt x="40513" y="307213"/>
                  </a:lnTo>
                  <a:lnTo>
                    <a:pt x="47498" y="302514"/>
                  </a:lnTo>
                  <a:cubicBezTo>
                    <a:pt x="54229" y="312547"/>
                    <a:pt x="61849" y="321818"/>
                    <a:pt x="70358" y="330327"/>
                  </a:cubicBezTo>
                  <a:cubicBezTo>
                    <a:pt x="78867" y="338836"/>
                    <a:pt x="88138" y="346456"/>
                    <a:pt x="98171" y="353187"/>
                  </a:cubicBezTo>
                  <a:lnTo>
                    <a:pt x="93472" y="360172"/>
                  </a:lnTo>
                  <a:lnTo>
                    <a:pt x="98171" y="353187"/>
                  </a:lnTo>
                  <a:cubicBezTo>
                    <a:pt x="108204" y="359918"/>
                    <a:pt x="118745" y="365506"/>
                    <a:pt x="129921" y="370205"/>
                  </a:cubicBezTo>
                  <a:lnTo>
                    <a:pt x="126746" y="377952"/>
                  </a:lnTo>
                  <a:lnTo>
                    <a:pt x="129921" y="370205"/>
                  </a:lnTo>
                  <a:cubicBezTo>
                    <a:pt x="141097" y="374777"/>
                    <a:pt x="152527" y="378333"/>
                    <a:pt x="164465" y="380619"/>
                  </a:cubicBezTo>
                  <a:cubicBezTo>
                    <a:pt x="176276" y="383032"/>
                    <a:pt x="188214" y="384175"/>
                    <a:pt x="200279" y="384175"/>
                  </a:cubicBezTo>
                  <a:cubicBezTo>
                    <a:pt x="212344" y="384175"/>
                    <a:pt x="224282" y="383032"/>
                    <a:pt x="236093" y="380619"/>
                  </a:cubicBezTo>
                  <a:cubicBezTo>
                    <a:pt x="247904" y="378206"/>
                    <a:pt x="259461" y="374777"/>
                    <a:pt x="270637" y="370205"/>
                  </a:cubicBezTo>
                  <a:lnTo>
                    <a:pt x="273812" y="377952"/>
                  </a:lnTo>
                  <a:lnTo>
                    <a:pt x="270637" y="370205"/>
                  </a:lnTo>
                  <a:cubicBezTo>
                    <a:pt x="281813" y="365633"/>
                    <a:pt x="292354" y="359918"/>
                    <a:pt x="302387" y="353187"/>
                  </a:cubicBezTo>
                  <a:lnTo>
                    <a:pt x="307086" y="360172"/>
                  </a:lnTo>
                  <a:lnTo>
                    <a:pt x="302387" y="353187"/>
                  </a:lnTo>
                  <a:cubicBezTo>
                    <a:pt x="312420" y="346456"/>
                    <a:pt x="321691" y="338836"/>
                    <a:pt x="330200" y="330327"/>
                  </a:cubicBezTo>
                  <a:cubicBezTo>
                    <a:pt x="338709" y="321818"/>
                    <a:pt x="346329" y="312547"/>
                    <a:pt x="353060" y="302514"/>
                  </a:cubicBezTo>
                  <a:lnTo>
                    <a:pt x="360045" y="307213"/>
                  </a:lnTo>
                  <a:lnTo>
                    <a:pt x="353060" y="302514"/>
                  </a:lnTo>
                  <a:cubicBezTo>
                    <a:pt x="359791" y="292481"/>
                    <a:pt x="365379" y="281940"/>
                    <a:pt x="370078" y="270764"/>
                  </a:cubicBezTo>
                  <a:lnTo>
                    <a:pt x="377825" y="273939"/>
                  </a:lnTo>
                  <a:lnTo>
                    <a:pt x="370078" y="270764"/>
                  </a:lnTo>
                  <a:cubicBezTo>
                    <a:pt x="374650" y="259588"/>
                    <a:pt x="378206" y="248158"/>
                    <a:pt x="380492" y="236220"/>
                  </a:cubicBezTo>
                  <a:cubicBezTo>
                    <a:pt x="382905" y="224409"/>
                    <a:pt x="384048" y="212471"/>
                    <a:pt x="384048" y="200406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5285395" y="8252793"/>
            <a:ext cx="834638" cy="829486"/>
            <a:chOff x="0" y="0"/>
            <a:chExt cx="658368" cy="65430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58368" cy="654304"/>
            </a:xfrm>
            <a:custGeom>
              <a:avLst/>
              <a:gdLst/>
              <a:ahLst/>
              <a:cxnLst/>
              <a:rect r="r" b="b" t="t" l="l"/>
              <a:pathLst>
                <a:path h="654304" w="658368">
                  <a:moveTo>
                    <a:pt x="328549" y="48514"/>
                  </a:moveTo>
                  <a:cubicBezTo>
                    <a:pt x="362585" y="48514"/>
                    <a:pt x="395224" y="54991"/>
                    <a:pt x="426593" y="68072"/>
                  </a:cubicBezTo>
                  <a:cubicBezTo>
                    <a:pt x="457962" y="81153"/>
                    <a:pt x="485648" y="99568"/>
                    <a:pt x="509651" y="123571"/>
                  </a:cubicBezTo>
                  <a:cubicBezTo>
                    <a:pt x="533654" y="147574"/>
                    <a:pt x="552196" y="175260"/>
                    <a:pt x="565150" y="206629"/>
                  </a:cubicBezTo>
                  <a:cubicBezTo>
                    <a:pt x="578104" y="237998"/>
                    <a:pt x="584708" y="270764"/>
                    <a:pt x="584708" y="304673"/>
                  </a:cubicBezTo>
                  <a:cubicBezTo>
                    <a:pt x="584708" y="338582"/>
                    <a:pt x="578104" y="371348"/>
                    <a:pt x="565150" y="402717"/>
                  </a:cubicBezTo>
                  <a:cubicBezTo>
                    <a:pt x="552196" y="434086"/>
                    <a:pt x="533654" y="461772"/>
                    <a:pt x="509651" y="485902"/>
                  </a:cubicBezTo>
                  <a:cubicBezTo>
                    <a:pt x="485648" y="510032"/>
                    <a:pt x="457962" y="528447"/>
                    <a:pt x="426593" y="541401"/>
                  </a:cubicBezTo>
                  <a:cubicBezTo>
                    <a:pt x="395224" y="554355"/>
                    <a:pt x="362458" y="560959"/>
                    <a:pt x="328549" y="560959"/>
                  </a:cubicBezTo>
                  <a:cubicBezTo>
                    <a:pt x="294640" y="560959"/>
                    <a:pt x="261874" y="554482"/>
                    <a:pt x="230505" y="541401"/>
                  </a:cubicBezTo>
                  <a:cubicBezTo>
                    <a:pt x="199136" y="528320"/>
                    <a:pt x="171450" y="509905"/>
                    <a:pt x="147447" y="485902"/>
                  </a:cubicBezTo>
                  <a:cubicBezTo>
                    <a:pt x="123444" y="461899"/>
                    <a:pt x="104902" y="434086"/>
                    <a:pt x="91948" y="402717"/>
                  </a:cubicBezTo>
                  <a:cubicBezTo>
                    <a:pt x="78994" y="371348"/>
                    <a:pt x="72263" y="338709"/>
                    <a:pt x="72263" y="304800"/>
                  </a:cubicBezTo>
                  <a:cubicBezTo>
                    <a:pt x="72263" y="270891"/>
                    <a:pt x="78740" y="238125"/>
                    <a:pt x="91821" y="206756"/>
                  </a:cubicBezTo>
                  <a:cubicBezTo>
                    <a:pt x="104902" y="175387"/>
                    <a:pt x="123317" y="147701"/>
                    <a:pt x="147320" y="123698"/>
                  </a:cubicBezTo>
                  <a:cubicBezTo>
                    <a:pt x="171323" y="99695"/>
                    <a:pt x="199009" y="81153"/>
                    <a:pt x="230378" y="68199"/>
                  </a:cubicBezTo>
                  <a:cubicBezTo>
                    <a:pt x="261747" y="55245"/>
                    <a:pt x="294513" y="48641"/>
                    <a:pt x="328422" y="48641"/>
                  </a:cubicBezTo>
                  <a:close/>
                  <a:moveTo>
                    <a:pt x="0" y="0"/>
                  </a:moveTo>
                  <a:lnTo>
                    <a:pt x="0" y="654304"/>
                  </a:lnTo>
                  <a:lnTo>
                    <a:pt x="658368" y="654304"/>
                  </a:lnTo>
                  <a:lnTo>
                    <a:pt x="658368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5178054" y="8145453"/>
            <a:ext cx="1049303" cy="1044151"/>
            <a:chOff x="0" y="0"/>
            <a:chExt cx="620776" cy="6177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0" y="63500"/>
              <a:ext cx="493776" cy="490728"/>
            </a:xfrm>
            <a:custGeom>
              <a:avLst/>
              <a:gdLst/>
              <a:ahLst/>
              <a:cxnLst/>
              <a:rect r="r" b="b" t="t" l="l"/>
              <a:pathLst>
                <a:path h="490728" w="493776">
                  <a:moveTo>
                    <a:pt x="0" y="0"/>
                  </a:moveTo>
                  <a:lnTo>
                    <a:pt x="493776" y="0"/>
                  </a:lnTo>
                  <a:lnTo>
                    <a:pt x="493776" y="490728"/>
                  </a:lnTo>
                  <a:lnTo>
                    <a:pt x="0" y="490728"/>
                  </a:lnTo>
                  <a:close/>
                </a:path>
              </a:pathLst>
            </a:custGeom>
            <a:solidFill>
              <a:srgbClr val="64748B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17729" y="99949"/>
              <a:ext cx="384429" cy="384302"/>
            </a:xfrm>
            <a:custGeom>
              <a:avLst/>
              <a:gdLst/>
              <a:ahLst/>
              <a:cxnLst/>
              <a:rect r="r" b="b" t="t" l="l"/>
              <a:pathLst>
                <a:path h="384302" w="384429">
                  <a:moveTo>
                    <a:pt x="384429" y="192151"/>
                  </a:moveTo>
                  <a:cubicBezTo>
                    <a:pt x="384429" y="204724"/>
                    <a:pt x="383159" y="217297"/>
                    <a:pt x="380746" y="229616"/>
                  </a:cubicBezTo>
                  <a:cubicBezTo>
                    <a:pt x="378333" y="241935"/>
                    <a:pt x="374650" y="254000"/>
                    <a:pt x="369824" y="265684"/>
                  </a:cubicBezTo>
                  <a:cubicBezTo>
                    <a:pt x="364998" y="277368"/>
                    <a:pt x="359029" y="288417"/>
                    <a:pt x="352044" y="298958"/>
                  </a:cubicBezTo>
                  <a:cubicBezTo>
                    <a:pt x="345059" y="309499"/>
                    <a:pt x="336931" y="319151"/>
                    <a:pt x="328041" y="328041"/>
                  </a:cubicBezTo>
                  <a:cubicBezTo>
                    <a:pt x="319151" y="336931"/>
                    <a:pt x="309372" y="344932"/>
                    <a:pt x="298958" y="351917"/>
                  </a:cubicBezTo>
                  <a:cubicBezTo>
                    <a:pt x="288544" y="358902"/>
                    <a:pt x="277368" y="364871"/>
                    <a:pt x="265684" y="369697"/>
                  </a:cubicBezTo>
                  <a:cubicBezTo>
                    <a:pt x="254000" y="374523"/>
                    <a:pt x="242062" y="378206"/>
                    <a:pt x="229616" y="380619"/>
                  </a:cubicBezTo>
                  <a:cubicBezTo>
                    <a:pt x="217170" y="383032"/>
                    <a:pt x="204724" y="384302"/>
                    <a:pt x="192151" y="384302"/>
                  </a:cubicBezTo>
                  <a:cubicBezTo>
                    <a:pt x="179578" y="384302"/>
                    <a:pt x="167005" y="383032"/>
                    <a:pt x="154686" y="380619"/>
                  </a:cubicBezTo>
                  <a:cubicBezTo>
                    <a:pt x="142367" y="378206"/>
                    <a:pt x="130302" y="374523"/>
                    <a:pt x="118618" y="369697"/>
                  </a:cubicBezTo>
                  <a:cubicBezTo>
                    <a:pt x="106934" y="364871"/>
                    <a:pt x="95885" y="358902"/>
                    <a:pt x="85344" y="351917"/>
                  </a:cubicBezTo>
                  <a:cubicBezTo>
                    <a:pt x="74803" y="344932"/>
                    <a:pt x="65151" y="336931"/>
                    <a:pt x="56261" y="328041"/>
                  </a:cubicBezTo>
                  <a:cubicBezTo>
                    <a:pt x="47371" y="319151"/>
                    <a:pt x="39243" y="309372"/>
                    <a:pt x="32385" y="298958"/>
                  </a:cubicBezTo>
                  <a:cubicBezTo>
                    <a:pt x="25527" y="288544"/>
                    <a:pt x="19431" y="277368"/>
                    <a:pt x="14605" y="265684"/>
                  </a:cubicBezTo>
                  <a:cubicBezTo>
                    <a:pt x="9779" y="254000"/>
                    <a:pt x="6223" y="242062"/>
                    <a:pt x="3683" y="229616"/>
                  </a:cubicBezTo>
                  <a:cubicBezTo>
                    <a:pt x="1143" y="217170"/>
                    <a:pt x="0" y="204724"/>
                    <a:pt x="0" y="192151"/>
                  </a:cubicBezTo>
                  <a:cubicBezTo>
                    <a:pt x="0" y="179578"/>
                    <a:pt x="1270" y="167005"/>
                    <a:pt x="3683" y="154686"/>
                  </a:cubicBezTo>
                  <a:cubicBezTo>
                    <a:pt x="6096" y="142367"/>
                    <a:pt x="9779" y="130302"/>
                    <a:pt x="14605" y="118618"/>
                  </a:cubicBezTo>
                  <a:cubicBezTo>
                    <a:pt x="19431" y="106934"/>
                    <a:pt x="25400" y="95885"/>
                    <a:pt x="32385" y="85344"/>
                  </a:cubicBezTo>
                  <a:cubicBezTo>
                    <a:pt x="39370" y="74803"/>
                    <a:pt x="47371" y="65151"/>
                    <a:pt x="56261" y="56261"/>
                  </a:cubicBezTo>
                  <a:cubicBezTo>
                    <a:pt x="65151" y="47371"/>
                    <a:pt x="74930" y="39370"/>
                    <a:pt x="85344" y="32385"/>
                  </a:cubicBezTo>
                  <a:cubicBezTo>
                    <a:pt x="95758" y="25400"/>
                    <a:pt x="106934" y="19431"/>
                    <a:pt x="118618" y="14605"/>
                  </a:cubicBezTo>
                  <a:cubicBezTo>
                    <a:pt x="130302" y="9779"/>
                    <a:pt x="142240" y="6096"/>
                    <a:pt x="154686" y="3683"/>
                  </a:cubicBezTo>
                  <a:cubicBezTo>
                    <a:pt x="167132" y="1270"/>
                    <a:pt x="179578" y="0"/>
                    <a:pt x="192151" y="0"/>
                  </a:cubicBezTo>
                  <a:cubicBezTo>
                    <a:pt x="204724" y="0"/>
                    <a:pt x="217297" y="1270"/>
                    <a:pt x="229616" y="3683"/>
                  </a:cubicBezTo>
                  <a:cubicBezTo>
                    <a:pt x="241935" y="6096"/>
                    <a:pt x="254000" y="9779"/>
                    <a:pt x="265684" y="14605"/>
                  </a:cubicBezTo>
                  <a:cubicBezTo>
                    <a:pt x="277368" y="19431"/>
                    <a:pt x="288417" y="25400"/>
                    <a:pt x="298958" y="32385"/>
                  </a:cubicBezTo>
                  <a:cubicBezTo>
                    <a:pt x="309499" y="39370"/>
                    <a:pt x="319151" y="47371"/>
                    <a:pt x="328041" y="56261"/>
                  </a:cubicBezTo>
                  <a:cubicBezTo>
                    <a:pt x="336931" y="65151"/>
                    <a:pt x="344932" y="74930"/>
                    <a:pt x="351917" y="85344"/>
                  </a:cubicBezTo>
                  <a:cubicBezTo>
                    <a:pt x="358902" y="95758"/>
                    <a:pt x="364871" y="106934"/>
                    <a:pt x="369697" y="118618"/>
                  </a:cubicBezTo>
                  <a:cubicBezTo>
                    <a:pt x="374523" y="130302"/>
                    <a:pt x="378079" y="142240"/>
                    <a:pt x="380619" y="154686"/>
                  </a:cubicBezTo>
                  <a:cubicBezTo>
                    <a:pt x="383159" y="167132"/>
                    <a:pt x="384302" y="179578"/>
                    <a:pt x="384302" y="19215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09728" y="91440"/>
              <a:ext cx="400685" cy="401066"/>
            </a:xfrm>
            <a:custGeom>
              <a:avLst/>
              <a:gdLst/>
              <a:ahLst/>
              <a:cxnLst/>
              <a:rect r="r" b="b" t="t" l="l"/>
              <a:pathLst>
                <a:path h="401066" w="400685">
                  <a:moveTo>
                    <a:pt x="400685" y="200660"/>
                  </a:moveTo>
                  <a:cubicBezTo>
                    <a:pt x="400685" y="213868"/>
                    <a:pt x="399415" y="226822"/>
                    <a:pt x="396875" y="239776"/>
                  </a:cubicBezTo>
                  <a:cubicBezTo>
                    <a:pt x="394208" y="252603"/>
                    <a:pt x="390525" y="265176"/>
                    <a:pt x="385445" y="277368"/>
                  </a:cubicBezTo>
                  <a:cubicBezTo>
                    <a:pt x="380365" y="289560"/>
                    <a:pt x="374142" y="301117"/>
                    <a:pt x="366903" y="312039"/>
                  </a:cubicBezTo>
                  <a:lnTo>
                    <a:pt x="359918" y="307340"/>
                  </a:lnTo>
                  <a:lnTo>
                    <a:pt x="366903" y="312039"/>
                  </a:lnTo>
                  <a:cubicBezTo>
                    <a:pt x="359537" y="322961"/>
                    <a:pt x="351282" y="333121"/>
                    <a:pt x="342011" y="342392"/>
                  </a:cubicBezTo>
                  <a:lnTo>
                    <a:pt x="336169" y="336423"/>
                  </a:lnTo>
                  <a:lnTo>
                    <a:pt x="342138" y="342265"/>
                  </a:lnTo>
                  <a:cubicBezTo>
                    <a:pt x="332867" y="351663"/>
                    <a:pt x="322707" y="359918"/>
                    <a:pt x="311785" y="367284"/>
                  </a:cubicBezTo>
                  <a:cubicBezTo>
                    <a:pt x="300863" y="374650"/>
                    <a:pt x="289306" y="380746"/>
                    <a:pt x="277114" y="385826"/>
                  </a:cubicBezTo>
                  <a:lnTo>
                    <a:pt x="273939" y="378079"/>
                  </a:lnTo>
                  <a:lnTo>
                    <a:pt x="277114" y="385826"/>
                  </a:lnTo>
                  <a:cubicBezTo>
                    <a:pt x="264922" y="390906"/>
                    <a:pt x="252476" y="394716"/>
                    <a:pt x="239522" y="397256"/>
                  </a:cubicBezTo>
                  <a:lnTo>
                    <a:pt x="237871" y="389001"/>
                  </a:lnTo>
                  <a:lnTo>
                    <a:pt x="239522" y="397256"/>
                  </a:lnTo>
                  <a:cubicBezTo>
                    <a:pt x="226568" y="399796"/>
                    <a:pt x="213487" y="401066"/>
                    <a:pt x="200406" y="401066"/>
                  </a:cubicBezTo>
                  <a:lnTo>
                    <a:pt x="200406" y="392684"/>
                  </a:lnTo>
                  <a:lnTo>
                    <a:pt x="200406" y="401066"/>
                  </a:lnTo>
                  <a:cubicBezTo>
                    <a:pt x="187198" y="401066"/>
                    <a:pt x="174117" y="399796"/>
                    <a:pt x="161290" y="397256"/>
                  </a:cubicBezTo>
                  <a:lnTo>
                    <a:pt x="162941" y="389001"/>
                  </a:lnTo>
                  <a:lnTo>
                    <a:pt x="161290" y="397256"/>
                  </a:lnTo>
                  <a:cubicBezTo>
                    <a:pt x="148336" y="394716"/>
                    <a:pt x="135890" y="390906"/>
                    <a:pt x="123698" y="385826"/>
                  </a:cubicBezTo>
                  <a:lnTo>
                    <a:pt x="126873" y="378079"/>
                  </a:lnTo>
                  <a:lnTo>
                    <a:pt x="123698" y="385826"/>
                  </a:lnTo>
                  <a:cubicBezTo>
                    <a:pt x="111506" y="380746"/>
                    <a:pt x="99949" y="374650"/>
                    <a:pt x="89027" y="367284"/>
                  </a:cubicBezTo>
                  <a:cubicBezTo>
                    <a:pt x="78105" y="360045"/>
                    <a:pt x="67945" y="351663"/>
                    <a:pt x="58674" y="342265"/>
                  </a:cubicBezTo>
                  <a:lnTo>
                    <a:pt x="64643" y="336423"/>
                  </a:lnTo>
                  <a:lnTo>
                    <a:pt x="58801" y="342392"/>
                  </a:lnTo>
                  <a:cubicBezTo>
                    <a:pt x="49530" y="333121"/>
                    <a:pt x="41148" y="322961"/>
                    <a:pt x="33782" y="311912"/>
                  </a:cubicBezTo>
                  <a:lnTo>
                    <a:pt x="40767" y="307340"/>
                  </a:lnTo>
                  <a:lnTo>
                    <a:pt x="33782" y="312039"/>
                  </a:lnTo>
                  <a:cubicBezTo>
                    <a:pt x="26416" y="301117"/>
                    <a:pt x="20320" y="289560"/>
                    <a:pt x="15240" y="277368"/>
                  </a:cubicBezTo>
                  <a:cubicBezTo>
                    <a:pt x="10160" y="265176"/>
                    <a:pt x="6477" y="252603"/>
                    <a:pt x="3810" y="239776"/>
                  </a:cubicBezTo>
                  <a:cubicBezTo>
                    <a:pt x="1270" y="226949"/>
                    <a:pt x="0" y="213868"/>
                    <a:pt x="0" y="200660"/>
                  </a:cubicBezTo>
                  <a:lnTo>
                    <a:pt x="8382" y="200660"/>
                  </a:lnTo>
                  <a:lnTo>
                    <a:pt x="0" y="200660"/>
                  </a:lnTo>
                  <a:cubicBezTo>
                    <a:pt x="0" y="187452"/>
                    <a:pt x="1270" y="174498"/>
                    <a:pt x="3810" y="161544"/>
                  </a:cubicBezTo>
                  <a:cubicBezTo>
                    <a:pt x="6477" y="148717"/>
                    <a:pt x="10160" y="136144"/>
                    <a:pt x="15240" y="123952"/>
                  </a:cubicBezTo>
                  <a:cubicBezTo>
                    <a:pt x="20320" y="111760"/>
                    <a:pt x="26543" y="100203"/>
                    <a:pt x="33782" y="89281"/>
                  </a:cubicBezTo>
                  <a:lnTo>
                    <a:pt x="40767" y="93980"/>
                  </a:lnTo>
                  <a:lnTo>
                    <a:pt x="33782" y="89408"/>
                  </a:lnTo>
                  <a:cubicBezTo>
                    <a:pt x="41021" y="78359"/>
                    <a:pt x="49403" y="68326"/>
                    <a:pt x="58801" y="58928"/>
                  </a:cubicBezTo>
                  <a:lnTo>
                    <a:pt x="64643" y="64897"/>
                  </a:lnTo>
                  <a:lnTo>
                    <a:pt x="58674" y="59055"/>
                  </a:lnTo>
                  <a:cubicBezTo>
                    <a:pt x="67945" y="49657"/>
                    <a:pt x="78105" y="41402"/>
                    <a:pt x="89027" y="34036"/>
                  </a:cubicBezTo>
                  <a:cubicBezTo>
                    <a:pt x="99949" y="26670"/>
                    <a:pt x="111506" y="20574"/>
                    <a:pt x="123698" y="15494"/>
                  </a:cubicBezTo>
                  <a:lnTo>
                    <a:pt x="126873" y="23241"/>
                  </a:lnTo>
                  <a:lnTo>
                    <a:pt x="123698" y="15494"/>
                  </a:lnTo>
                  <a:cubicBezTo>
                    <a:pt x="135890" y="10414"/>
                    <a:pt x="148336" y="6604"/>
                    <a:pt x="161290" y="4064"/>
                  </a:cubicBezTo>
                  <a:lnTo>
                    <a:pt x="162941" y="12319"/>
                  </a:lnTo>
                  <a:lnTo>
                    <a:pt x="161290" y="4064"/>
                  </a:lnTo>
                  <a:cubicBezTo>
                    <a:pt x="174244" y="1524"/>
                    <a:pt x="187325" y="254"/>
                    <a:pt x="200406" y="254"/>
                  </a:cubicBezTo>
                  <a:lnTo>
                    <a:pt x="200406" y="8636"/>
                  </a:lnTo>
                  <a:lnTo>
                    <a:pt x="200406" y="0"/>
                  </a:lnTo>
                  <a:cubicBezTo>
                    <a:pt x="213614" y="0"/>
                    <a:pt x="226695" y="1270"/>
                    <a:pt x="239522" y="3810"/>
                  </a:cubicBezTo>
                  <a:lnTo>
                    <a:pt x="237871" y="12065"/>
                  </a:lnTo>
                  <a:lnTo>
                    <a:pt x="239522" y="3810"/>
                  </a:lnTo>
                  <a:cubicBezTo>
                    <a:pt x="252476" y="6350"/>
                    <a:pt x="264922" y="10160"/>
                    <a:pt x="277114" y="15240"/>
                  </a:cubicBezTo>
                  <a:lnTo>
                    <a:pt x="273939" y="22987"/>
                  </a:lnTo>
                  <a:lnTo>
                    <a:pt x="277114" y="15240"/>
                  </a:lnTo>
                  <a:cubicBezTo>
                    <a:pt x="289306" y="20320"/>
                    <a:pt x="300863" y="26416"/>
                    <a:pt x="311785" y="33782"/>
                  </a:cubicBezTo>
                  <a:cubicBezTo>
                    <a:pt x="322707" y="41021"/>
                    <a:pt x="332867" y="49403"/>
                    <a:pt x="342138" y="58801"/>
                  </a:cubicBezTo>
                  <a:lnTo>
                    <a:pt x="336169" y="64643"/>
                  </a:lnTo>
                  <a:lnTo>
                    <a:pt x="342011" y="58674"/>
                  </a:lnTo>
                  <a:cubicBezTo>
                    <a:pt x="351409" y="67945"/>
                    <a:pt x="359664" y="78105"/>
                    <a:pt x="366903" y="89027"/>
                  </a:cubicBezTo>
                  <a:lnTo>
                    <a:pt x="359918" y="93726"/>
                  </a:lnTo>
                  <a:lnTo>
                    <a:pt x="366903" y="89027"/>
                  </a:lnTo>
                  <a:cubicBezTo>
                    <a:pt x="374269" y="99949"/>
                    <a:pt x="380365" y="111506"/>
                    <a:pt x="385445" y="123698"/>
                  </a:cubicBezTo>
                  <a:lnTo>
                    <a:pt x="377698" y="126873"/>
                  </a:lnTo>
                  <a:lnTo>
                    <a:pt x="385445" y="123698"/>
                  </a:lnTo>
                  <a:cubicBezTo>
                    <a:pt x="390525" y="135890"/>
                    <a:pt x="394208" y="148463"/>
                    <a:pt x="396875" y="161290"/>
                  </a:cubicBezTo>
                  <a:cubicBezTo>
                    <a:pt x="399415" y="174117"/>
                    <a:pt x="400685" y="187198"/>
                    <a:pt x="400685" y="200406"/>
                  </a:cubicBezTo>
                  <a:lnTo>
                    <a:pt x="392303" y="200406"/>
                  </a:lnTo>
                  <a:lnTo>
                    <a:pt x="400685" y="200406"/>
                  </a:lnTo>
                  <a:moveTo>
                    <a:pt x="383921" y="200406"/>
                  </a:moveTo>
                  <a:cubicBezTo>
                    <a:pt x="383921" y="188341"/>
                    <a:pt x="382778" y="176403"/>
                    <a:pt x="380365" y="164465"/>
                  </a:cubicBezTo>
                  <a:lnTo>
                    <a:pt x="388620" y="162814"/>
                  </a:lnTo>
                  <a:lnTo>
                    <a:pt x="380492" y="164465"/>
                  </a:lnTo>
                  <a:cubicBezTo>
                    <a:pt x="378079" y="152527"/>
                    <a:pt x="374650" y="141097"/>
                    <a:pt x="370078" y="129921"/>
                  </a:cubicBezTo>
                  <a:cubicBezTo>
                    <a:pt x="365379" y="118745"/>
                    <a:pt x="359791" y="108204"/>
                    <a:pt x="353060" y="98171"/>
                  </a:cubicBezTo>
                  <a:cubicBezTo>
                    <a:pt x="346329" y="88138"/>
                    <a:pt x="338709" y="78867"/>
                    <a:pt x="330200" y="70358"/>
                  </a:cubicBezTo>
                  <a:cubicBezTo>
                    <a:pt x="321691" y="61849"/>
                    <a:pt x="312420" y="54229"/>
                    <a:pt x="302387" y="47498"/>
                  </a:cubicBezTo>
                  <a:lnTo>
                    <a:pt x="307086" y="40513"/>
                  </a:lnTo>
                  <a:lnTo>
                    <a:pt x="302514" y="47498"/>
                  </a:lnTo>
                  <a:cubicBezTo>
                    <a:pt x="292481" y="40767"/>
                    <a:pt x="281940" y="35179"/>
                    <a:pt x="270637" y="30480"/>
                  </a:cubicBezTo>
                  <a:cubicBezTo>
                    <a:pt x="259588" y="25908"/>
                    <a:pt x="248031" y="22352"/>
                    <a:pt x="236220" y="20066"/>
                  </a:cubicBezTo>
                  <a:cubicBezTo>
                    <a:pt x="224409" y="17653"/>
                    <a:pt x="212344" y="16510"/>
                    <a:pt x="200279" y="16510"/>
                  </a:cubicBezTo>
                  <a:cubicBezTo>
                    <a:pt x="188214" y="16510"/>
                    <a:pt x="176276" y="17653"/>
                    <a:pt x="164338" y="20066"/>
                  </a:cubicBezTo>
                  <a:cubicBezTo>
                    <a:pt x="152527" y="22479"/>
                    <a:pt x="140970" y="25908"/>
                    <a:pt x="129921" y="30480"/>
                  </a:cubicBezTo>
                  <a:cubicBezTo>
                    <a:pt x="118745" y="35052"/>
                    <a:pt x="108204" y="40767"/>
                    <a:pt x="98044" y="47498"/>
                  </a:cubicBezTo>
                  <a:lnTo>
                    <a:pt x="93472" y="40513"/>
                  </a:lnTo>
                  <a:lnTo>
                    <a:pt x="98171" y="47498"/>
                  </a:lnTo>
                  <a:cubicBezTo>
                    <a:pt x="88138" y="54229"/>
                    <a:pt x="78867" y="61849"/>
                    <a:pt x="70358" y="70358"/>
                  </a:cubicBezTo>
                  <a:cubicBezTo>
                    <a:pt x="61849" y="78867"/>
                    <a:pt x="54102" y="88138"/>
                    <a:pt x="47498" y="98171"/>
                  </a:cubicBezTo>
                  <a:cubicBezTo>
                    <a:pt x="40767" y="108204"/>
                    <a:pt x="35052" y="118745"/>
                    <a:pt x="30480" y="129921"/>
                  </a:cubicBezTo>
                  <a:lnTo>
                    <a:pt x="22733" y="126746"/>
                  </a:lnTo>
                  <a:lnTo>
                    <a:pt x="30480" y="129921"/>
                  </a:lnTo>
                  <a:cubicBezTo>
                    <a:pt x="25908" y="141097"/>
                    <a:pt x="22352" y="152527"/>
                    <a:pt x="20066" y="164465"/>
                  </a:cubicBezTo>
                  <a:lnTo>
                    <a:pt x="11938" y="162814"/>
                  </a:lnTo>
                  <a:lnTo>
                    <a:pt x="20193" y="164465"/>
                  </a:lnTo>
                  <a:cubicBezTo>
                    <a:pt x="17907" y="176276"/>
                    <a:pt x="16637" y="188341"/>
                    <a:pt x="16637" y="200406"/>
                  </a:cubicBezTo>
                  <a:cubicBezTo>
                    <a:pt x="16637" y="212471"/>
                    <a:pt x="17780" y="224409"/>
                    <a:pt x="20193" y="236347"/>
                  </a:cubicBezTo>
                  <a:lnTo>
                    <a:pt x="11938" y="237998"/>
                  </a:lnTo>
                  <a:lnTo>
                    <a:pt x="20066" y="236347"/>
                  </a:lnTo>
                  <a:cubicBezTo>
                    <a:pt x="22479" y="248285"/>
                    <a:pt x="25908" y="259715"/>
                    <a:pt x="30480" y="270891"/>
                  </a:cubicBezTo>
                  <a:lnTo>
                    <a:pt x="22733" y="274066"/>
                  </a:lnTo>
                  <a:lnTo>
                    <a:pt x="30480" y="270891"/>
                  </a:lnTo>
                  <a:cubicBezTo>
                    <a:pt x="35179" y="282067"/>
                    <a:pt x="40767" y="292608"/>
                    <a:pt x="47498" y="302641"/>
                  </a:cubicBezTo>
                  <a:cubicBezTo>
                    <a:pt x="54102" y="312674"/>
                    <a:pt x="61722" y="321945"/>
                    <a:pt x="70358" y="330454"/>
                  </a:cubicBezTo>
                  <a:cubicBezTo>
                    <a:pt x="78867" y="338963"/>
                    <a:pt x="88138" y="346583"/>
                    <a:pt x="98171" y="353314"/>
                  </a:cubicBezTo>
                  <a:lnTo>
                    <a:pt x="93472" y="360299"/>
                  </a:lnTo>
                  <a:lnTo>
                    <a:pt x="98044" y="353314"/>
                  </a:lnTo>
                  <a:cubicBezTo>
                    <a:pt x="108077" y="360045"/>
                    <a:pt x="118745" y="365633"/>
                    <a:pt x="129921" y="370332"/>
                  </a:cubicBezTo>
                  <a:cubicBezTo>
                    <a:pt x="140970" y="374904"/>
                    <a:pt x="152527" y="378460"/>
                    <a:pt x="164338" y="380746"/>
                  </a:cubicBezTo>
                  <a:cubicBezTo>
                    <a:pt x="176149" y="383159"/>
                    <a:pt x="188214" y="384302"/>
                    <a:pt x="200279" y="384302"/>
                  </a:cubicBezTo>
                  <a:cubicBezTo>
                    <a:pt x="212344" y="384302"/>
                    <a:pt x="224282" y="383159"/>
                    <a:pt x="236220" y="380746"/>
                  </a:cubicBezTo>
                  <a:cubicBezTo>
                    <a:pt x="248031" y="378333"/>
                    <a:pt x="259588" y="374904"/>
                    <a:pt x="270637" y="370332"/>
                  </a:cubicBezTo>
                  <a:cubicBezTo>
                    <a:pt x="281813" y="365760"/>
                    <a:pt x="292354" y="360045"/>
                    <a:pt x="302514" y="353314"/>
                  </a:cubicBezTo>
                  <a:lnTo>
                    <a:pt x="307086" y="360299"/>
                  </a:lnTo>
                  <a:lnTo>
                    <a:pt x="302387" y="353314"/>
                  </a:lnTo>
                  <a:cubicBezTo>
                    <a:pt x="312420" y="346583"/>
                    <a:pt x="321691" y="338963"/>
                    <a:pt x="330200" y="330454"/>
                  </a:cubicBezTo>
                  <a:cubicBezTo>
                    <a:pt x="338709" y="321945"/>
                    <a:pt x="346329" y="312674"/>
                    <a:pt x="353060" y="302641"/>
                  </a:cubicBezTo>
                  <a:cubicBezTo>
                    <a:pt x="359791" y="292608"/>
                    <a:pt x="365506" y="282067"/>
                    <a:pt x="370078" y="270891"/>
                  </a:cubicBezTo>
                  <a:lnTo>
                    <a:pt x="377825" y="274066"/>
                  </a:lnTo>
                  <a:lnTo>
                    <a:pt x="370078" y="270891"/>
                  </a:lnTo>
                  <a:cubicBezTo>
                    <a:pt x="374650" y="259715"/>
                    <a:pt x="378206" y="248285"/>
                    <a:pt x="380492" y="236347"/>
                  </a:cubicBezTo>
                  <a:lnTo>
                    <a:pt x="388620" y="237998"/>
                  </a:lnTo>
                  <a:lnTo>
                    <a:pt x="380365" y="236347"/>
                  </a:lnTo>
                  <a:cubicBezTo>
                    <a:pt x="382651" y="224536"/>
                    <a:pt x="383921" y="212471"/>
                    <a:pt x="383921" y="200406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0" y="0"/>
            <a:ext cx="18288000" cy="1485959"/>
            <a:chOff x="0" y="0"/>
            <a:chExt cx="10819257" cy="87910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10692251" cy="752097"/>
            </a:xfrm>
            <a:custGeom>
              <a:avLst/>
              <a:gdLst/>
              <a:ahLst/>
              <a:cxnLst/>
              <a:rect r="r" b="b" t="t" l="l"/>
              <a:pathLst>
                <a:path h="752097" w="10692251">
                  <a:moveTo>
                    <a:pt x="0" y="0"/>
                  </a:moveTo>
                  <a:lnTo>
                    <a:pt x="0" y="752098"/>
                  </a:lnTo>
                  <a:lnTo>
                    <a:pt x="10692251" y="752098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63500" y="782196"/>
              <a:ext cx="10692251" cy="33401"/>
            </a:xfrm>
            <a:custGeom>
              <a:avLst/>
              <a:gdLst/>
              <a:ahLst/>
              <a:cxnLst/>
              <a:rect r="r" b="b" t="t" l="l"/>
              <a:pathLst>
                <a:path h="33401" w="10692251">
                  <a:moveTo>
                    <a:pt x="0" y="0"/>
                  </a:moveTo>
                  <a:lnTo>
                    <a:pt x="0" y="33402"/>
                  </a:lnTo>
                  <a:lnTo>
                    <a:pt x="10692251" y="3340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9180571" y="222251"/>
              <a:ext cx="1078230" cy="401195"/>
            </a:xfrm>
            <a:custGeom>
              <a:avLst/>
              <a:gdLst/>
              <a:ahLst/>
              <a:cxnLst/>
              <a:rect r="r" b="b" t="t" l="l"/>
              <a:pathLst>
                <a:path h="401195" w="1078230">
                  <a:moveTo>
                    <a:pt x="128" y="334265"/>
                  </a:moveTo>
                  <a:lnTo>
                    <a:pt x="128" y="66929"/>
                  </a:lnTo>
                  <a:cubicBezTo>
                    <a:pt x="128" y="62484"/>
                    <a:pt x="509" y="58166"/>
                    <a:pt x="1397" y="53848"/>
                  </a:cubicBezTo>
                  <a:cubicBezTo>
                    <a:pt x="2286" y="49530"/>
                    <a:pt x="3557" y="45339"/>
                    <a:pt x="5208" y="41275"/>
                  </a:cubicBezTo>
                  <a:cubicBezTo>
                    <a:pt x="6859" y="37211"/>
                    <a:pt x="9018" y="33401"/>
                    <a:pt x="11431" y="29718"/>
                  </a:cubicBezTo>
                  <a:cubicBezTo>
                    <a:pt x="13844" y="26035"/>
                    <a:pt x="16637" y="22733"/>
                    <a:pt x="19685" y="19558"/>
                  </a:cubicBezTo>
                  <a:cubicBezTo>
                    <a:pt x="22734" y="16383"/>
                    <a:pt x="26162" y="13716"/>
                    <a:pt x="29846" y="11303"/>
                  </a:cubicBezTo>
                  <a:cubicBezTo>
                    <a:pt x="33529" y="8890"/>
                    <a:pt x="37338" y="6858"/>
                    <a:pt x="41403" y="5080"/>
                  </a:cubicBezTo>
                  <a:cubicBezTo>
                    <a:pt x="45467" y="3302"/>
                    <a:pt x="49531" y="2159"/>
                    <a:pt x="53975" y="1270"/>
                  </a:cubicBezTo>
                  <a:cubicBezTo>
                    <a:pt x="58421" y="381"/>
                    <a:pt x="62611" y="0"/>
                    <a:pt x="67057" y="0"/>
                  </a:cubicBezTo>
                  <a:lnTo>
                    <a:pt x="1011301" y="0"/>
                  </a:lnTo>
                  <a:cubicBezTo>
                    <a:pt x="1015746" y="0"/>
                    <a:pt x="1020065" y="381"/>
                    <a:pt x="1024383" y="1270"/>
                  </a:cubicBezTo>
                  <a:cubicBezTo>
                    <a:pt x="1028700" y="2159"/>
                    <a:pt x="1032892" y="3429"/>
                    <a:pt x="1036956" y="5080"/>
                  </a:cubicBezTo>
                  <a:cubicBezTo>
                    <a:pt x="1041020" y="6731"/>
                    <a:pt x="1044957" y="8763"/>
                    <a:pt x="1048512" y="11303"/>
                  </a:cubicBezTo>
                  <a:cubicBezTo>
                    <a:pt x="1052069" y="13843"/>
                    <a:pt x="1055624" y="16510"/>
                    <a:pt x="1058672" y="19558"/>
                  </a:cubicBezTo>
                  <a:cubicBezTo>
                    <a:pt x="1061721" y="22606"/>
                    <a:pt x="1064515" y="26035"/>
                    <a:pt x="1066928" y="29718"/>
                  </a:cubicBezTo>
                  <a:cubicBezTo>
                    <a:pt x="1069341" y="33401"/>
                    <a:pt x="1071499" y="37211"/>
                    <a:pt x="1073150" y="41275"/>
                  </a:cubicBezTo>
                  <a:cubicBezTo>
                    <a:pt x="1074801" y="45339"/>
                    <a:pt x="1076071" y="49530"/>
                    <a:pt x="1076960" y="53848"/>
                  </a:cubicBezTo>
                  <a:cubicBezTo>
                    <a:pt x="1077849" y="58166"/>
                    <a:pt x="1078231" y="62484"/>
                    <a:pt x="1078231" y="66929"/>
                  </a:cubicBezTo>
                  <a:lnTo>
                    <a:pt x="1078231" y="334265"/>
                  </a:lnTo>
                  <a:cubicBezTo>
                    <a:pt x="1078231" y="338710"/>
                    <a:pt x="1077849" y="343028"/>
                    <a:pt x="1076960" y="347346"/>
                  </a:cubicBezTo>
                  <a:cubicBezTo>
                    <a:pt x="1076071" y="351664"/>
                    <a:pt x="1074801" y="355855"/>
                    <a:pt x="1073150" y="359920"/>
                  </a:cubicBezTo>
                  <a:cubicBezTo>
                    <a:pt x="1071499" y="363984"/>
                    <a:pt x="1069341" y="367794"/>
                    <a:pt x="1066928" y="371477"/>
                  </a:cubicBezTo>
                  <a:cubicBezTo>
                    <a:pt x="1064515" y="375160"/>
                    <a:pt x="1061721" y="378462"/>
                    <a:pt x="1058672" y="381637"/>
                  </a:cubicBezTo>
                  <a:cubicBezTo>
                    <a:pt x="1055624" y="384812"/>
                    <a:pt x="1052196" y="387479"/>
                    <a:pt x="1048512" y="389892"/>
                  </a:cubicBezTo>
                  <a:cubicBezTo>
                    <a:pt x="1044830" y="392305"/>
                    <a:pt x="1041020" y="394337"/>
                    <a:pt x="1036956" y="396115"/>
                  </a:cubicBezTo>
                  <a:cubicBezTo>
                    <a:pt x="1032892" y="397893"/>
                    <a:pt x="1028828" y="399036"/>
                    <a:pt x="1024383" y="399925"/>
                  </a:cubicBezTo>
                  <a:cubicBezTo>
                    <a:pt x="1019937" y="400814"/>
                    <a:pt x="1015746" y="401195"/>
                    <a:pt x="1011301" y="401195"/>
                  </a:cubicBezTo>
                  <a:lnTo>
                    <a:pt x="66930" y="401195"/>
                  </a:lnTo>
                  <a:cubicBezTo>
                    <a:pt x="62485" y="401195"/>
                    <a:pt x="58167" y="400814"/>
                    <a:pt x="53848" y="399925"/>
                  </a:cubicBezTo>
                  <a:cubicBezTo>
                    <a:pt x="49531" y="399036"/>
                    <a:pt x="45340" y="397766"/>
                    <a:pt x="41275" y="396115"/>
                  </a:cubicBezTo>
                  <a:cubicBezTo>
                    <a:pt x="37211" y="394464"/>
                    <a:pt x="33274" y="392432"/>
                    <a:pt x="29719" y="389892"/>
                  </a:cubicBezTo>
                  <a:cubicBezTo>
                    <a:pt x="26162" y="387352"/>
                    <a:pt x="22607" y="384685"/>
                    <a:pt x="19559" y="381637"/>
                  </a:cubicBezTo>
                  <a:cubicBezTo>
                    <a:pt x="16511" y="378589"/>
                    <a:pt x="13717" y="375160"/>
                    <a:pt x="11304" y="371477"/>
                  </a:cubicBezTo>
                  <a:cubicBezTo>
                    <a:pt x="8891" y="367794"/>
                    <a:pt x="6732" y="363984"/>
                    <a:pt x="5081" y="359920"/>
                  </a:cubicBezTo>
                  <a:cubicBezTo>
                    <a:pt x="3430" y="355855"/>
                    <a:pt x="2160" y="351664"/>
                    <a:pt x="1271" y="347346"/>
                  </a:cubicBezTo>
                  <a:cubicBezTo>
                    <a:pt x="382" y="343028"/>
                    <a:pt x="0" y="338710"/>
                    <a:pt x="0" y="334265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314810" y="289180"/>
              <a:ext cx="266954" cy="267209"/>
            </a:xfrm>
            <a:custGeom>
              <a:avLst/>
              <a:gdLst/>
              <a:ahLst/>
              <a:cxnLst/>
              <a:rect r="r" b="b" t="t" l="l"/>
              <a:pathLst>
                <a:path h="267209" w="266954">
                  <a:moveTo>
                    <a:pt x="266954" y="133605"/>
                  </a:moveTo>
                  <a:cubicBezTo>
                    <a:pt x="266954" y="142368"/>
                    <a:pt x="266065" y="151131"/>
                    <a:pt x="264414" y="159640"/>
                  </a:cubicBezTo>
                  <a:cubicBezTo>
                    <a:pt x="262763" y="168149"/>
                    <a:pt x="260096" y="176658"/>
                    <a:pt x="256794" y="184659"/>
                  </a:cubicBezTo>
                  <a:cubicBezTo>
                    <a:pt x="253492" y="192660"/>
                    <a:pt x="249301" y="200534"/>
                    <a:pt x="244475" y="207773"/>
                  </a:cubicBezTo>
                  <a:cubicBezTo>
                    <a:pt x="239649" y="215012"/>
                    <a:pt x="234061" y="221870"/>
                    <a:pt x="227838" y="228093"/>
                  </a:cubicBezTo>
                  <a:cubicBezTo>
                    <a:pt x="221615" y="234316"/>
                    <a:pt x="214884" y="239904"/>
                    <a:pt x="207645" y="244730"/>
                  </a:cubicBezTo>
                  <a:cubicBezTo>
                    <a:pt x="200406" y="249556"/>
                    <a:pt x="192659" y="253747"/>
                    <a:pt x="184531" y="257049"/>
                  </a:cubicBezTo>
                  <a:cubicBezTo>
                    <a:pt x="176403" y="260351"/>
                    <a:pt x="168021" y="262891"/>
                    <a:pt x="159512" y="264669"/>
                  </a:cubicBezTo>
                  <a:cubicBezTo>
                    <a:pt x="151003" y="266447"/>
                    <a:pt x="142240" y="267209"/>
                    <a:pt x="133477" y="267209"/>
                  </a:cubicBezTo>
                  <a:cubicBezTo>
                    <a:pt x="124714" y="267209"/>
                    <a:pt x="115951" y="266320"/>
                    <a:pt x="107442" y="264669"/>
                  </a:cubicBezTo>
                  <a:cubicBezTo>
                    <a:pt x="98933" y="263018"/>
                    <a:pt x="90424" y="260478"/>
                    <a:pt x="82423" y="257049"/>
                  </a:cubicBezTo>
                  <a:cubicBezTo>
                    <a:pt x="74422" y="253620"/>
                    <a:pt x="66548" y="249556"/>
                    <a:pt x="59309" y="244730"/>
                  </a:cubicBezTo>
                  <a:cubicBezTo>
                    <a:pt x="52070" y="239904"/>
                    <a:pt x="45212" y="234316"/>
                    <a:pt x="39116" y="228093"/>
                  </a:cubicBezTo>
                  <a:cubicBezTo>
                    <a:pt x="33020" y="221870"/>
                    <a:pt x="27305" y="215139"/>
                    <a:pt x="22479" y="207773"/>
                  </a:cubicBezTo>
                  <a:cubicBezTo>
                    <a:pt x="17653" y="200407"/>
                    <a:pt x="13462" y="192787"/>
                    <a:pt x="10160" y="184659"/>
                  </a:cubicBezTo>
                  <a:cubicBezTo>
                    <a:pt x="6858" y="176531"/>
                    <a:pt x="4191" y="168149"/>
                    <a:pt x="2540" y="159640"/>
                  </a:cubicBezTo>
                  <a:cubicBezTo>
                    <a:pt x="889" y="151131"/>
                    <a:pt x="0" y="142368"/>
                    <a:pt x="0" y="133605"/>
                  </a:cubicBezTo>
                  <a:cubicBezTo>
                    <a:pt x="0" y="124842"/>
                    <a:pt x="889" y="116079"/>
                    <a:pt x="2540" y="107570"/>
                  </a:cubicBezTo>
                  <a:cubicBezTo>
                    <a:pt x="4191" y="99061"/>
                    <a:pt x="6858" y="90552"/>
                    <a:pt x="10160" y="82551"/>
                  </a:cubicBezTo>
                  <a:cubicBezTo>
                    <a:pt x="13462" y="74550"/>
                    <a:pt x="17653" y="66676"/>
                    <a:pt x="22479" y="59437"/>
                  </a:cubicBezTo>
                  <a:cubicBezTo>
                    <a:pt x="27305" y="52197"/>
                    <a:pt x="32893" y="45339"/>
                    <a:pt x="39116" y="39116"/>
                  </a:cubicBezTo>
                  <a:cubicBezTo>
                    <a:pt x="45339" y="32893"/>
                    <a:pt x="52070" y="27305"/>
                    <a:pt x="59309" y="22479"/>
                  </a:cubicBezTo>
                  <a:cubicBezTo>
                    <a:pt x="66548" y="17653"/>
                    <a:pt x="74295" y="13462"/>
                    <a:pt x="82423" y="10160"/>
                  </a:cubicBezTo>
                  <a:cubicBezTo>
                    <a:pt x="90551" y="6858"/>
                    <a:pt x="98933" y="4318"/>
                    <a:pt x="107442" y="2540"/>
                  </a:cubicBezTo>
                  <a:cubicBezTo>
                    <a:pt x="115951" y="762"/>
                    <a:pt x="124714" y="0"/>
                    <a:pt x="133477" y="0"/>
                  </a:cubicBezTo>
                  <a:cubicBezTo>
                    <a:pt x="142240" y="0"/>
                    <a:pt x="151003" y="889"/>
                    <a:pt x="159512" y="2540"/>
                  </a:cubicBezTo>
                  <a:cubicBezTo>
                    <a:pt x="168021" y="4191"/>
                    <a:pt x="176530" y="6731"/>
                    <a:pt x="184531" y="10160"/>
                  </a:cubicBezTo>
                  <a:cubicBezTo>
                    <a:pt x="192532" y="13589"/>
                    <a:pt x="200406" y="17653"/>
                    <a:pt x="207645" y="22479"/>
                  </a:cubicBezTo>
                  <a:cubicBezTo>
                    <a:pt x="214884" y="27305"/>
                    <a:pt x="221742" y="32893"/>
                    <a:pt x="227838" y="39116"/>
                  </a:cubicBezTo>
                  <a:cubicBezTo>
                    <a:pt x="233934" y="45339"/>
                    <a:pt x="239649" y="52070"/>
                    <a:pt x="244475" y="59437"/>
                  </a:cubicBezTo>
                  <a:cubicBezTo>
                    <a:pt x="249301" y="66803"/>
                    <a:pt x="253492" y="74423"/>
                    <a:pt x="256794" y="82551"/>
                  </a:cubicBezTo>
                  <a:cubicBezTo>
                    <a:pt x="260096" y="90679"/>
                    <a:pt x="262763" y="99061"/>
                    <a:pt x="264414" y="107570"/>
                  </a:cubicBezTo>
                  <a:cubicBezTo>
                    <a:pt x="266065" y="116079"/>
                    <a:pt x="266954" y="124842"/>
                    <a:pt x="266954" y="133605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251507" y="1838120"/>
            <a:ext cx="259343" cy="34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2">
                <a:solidFill>
                  <a:srgbClr val="15803D"/>
                </a:solidFill>
                <a:latin typeface="Arimo"/>
                <a:ea typeface="Arimo"/>
                <a:cs typeface="Arimo"/>
                <a:sym typeface="Arimo"/>
              </a:rPr>
              <a:t>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13782" y="1838120"/>
            <a:ext cx="259343" cy="34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2">
                <a:solidFill>
                  <a:srgbClr val="1D4ED8"/>
                </a:solidFill>
                <a:latin typeface="Arimo"/>
                <a:ea typeface="Arimo"/>
                <a:cs typeface="Arimo"/>
                <a:sym typeface="Arimo"/>
              </a:rPr>
              <a:t>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18770" y="1849126"/>
            <a:ext cx="3294342" cy="34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2">
                <a:solidFill>
                  <a:srgbClr val="15803D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 Crosscurrent Extraction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81045" y="1849126"/>
            <a:ext cx="3643573" cy="34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2">
                <a:solidFill>
                  <a:srgbClr val="1D4ED8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 Countercurrent Extraction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5581" y="9272607"/>
            <a:ext cx="2361959" cy="760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"/>
              </a:lnSpc>
            </a:pPr>
            <a:r>
              <a:rPr lang="en-US" sz="133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Determine phase equilibrium based on current concentrations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036509" y="9399735"/>
            <a:ext cx="1889368" cy="50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02"/>
              </a:lnSpc>
            </a:pPr>
            <a:r>
              <a:rPr lang="en-US" sz="133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Apply component mass conservation equations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962215" y="1942395"/>
            <a:ext cx="603873" cy="22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047857"/>
                </a:solidFill>
                <a:latin typeface="Arimo"/>
                <a:ea typeface="Arimo"/>
                <a:cs typeface="Arimo"/>
                <a:sym typeface="Arimo"/>
              </a:rPr>
              <a:t>SIMPLE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19653" y="9399735"/>
            <a:ext cx="2474065" cy="50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"/>
              </a:lnSpc>
            </a:pPr>
            <a:r>
              <a:rPr lang="en-US" sz="133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Calculate new raffinate/extract compositions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622820" y="9399735"/>
            <a:ext cx="2201037" cy="506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2"/>
              </a:lnSpc>
            </a:pPr>
            <a:r>
              <a:rPr lang="en-US" sz="1334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Repeat for N stages or until convergence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107266" y="1942395"/>
            <a:ext cx="825397" cy="22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1D4ED8"/>
                </a:solidFill>
                <a:latin typeface="Arimo"/>
                <a:ea typeface="Arimo"/>
                <a:cs typeface="Arimo"/>
                <a:sym typeface="Arimo"/>
              </a:rPr>
              <a:t>EFFICIENT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51507" y="4705364"/>
            <a:ext cx="5024285" cy="26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Fresh solvent is added at each stage independently.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613782" y="4705364"/>
            <a:ext cx="5326648" cy="26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Phases flow in opposite directions through the system.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305025" y="599278"/>
            <a:ext cx="825461" cy="25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Grishma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22139" y="7614030"/>
            <a:ext cx="201704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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838890" y="537153"/>
            <a:ext cx="259343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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32890" y="7620281"/>
            <a:ext cx="3966159" cy="30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Stagewise Calculation Algorithm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59713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S1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4880799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S2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701870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421988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S1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243091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064161" y="3343586"/>
            <a:ext cx="174640" cy="203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b="true" sz="1102">
                <a:solidFill>
                  <a:srgbClr val="475569"/>
                </a:solidFill>
                <a:latin typeface="Arial Bold"/>
                <a:ea typeface="Arial Bold"/>
                <a:cs typeface="Arial Bold"/>
                <a:sym typeface="Arial Bold"/>
              </a:rPr>
              <a:t>S3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304884" y="3205687"/>
            <a:ext cx="321394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EF4444"/>
                </a:solidFill>
                <a:latin typeface="Arimo"/>
                <a:ea typeface="Arimo"/>
                <a:cs typeface="Arimo"/>
                <a:sym typeface="Arimo"/>
              </a:rPr>
              <a:t>Feed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215531" y="2715482"/>
            <a:ext cx="490189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Solvent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667159" y="3135716"/>
            <a:ext cx="321394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EF4444"/>
                </a:solidFill>
                <a:latin typeface="Arimo"/>
                <a:ea typeface="Arimo"/>
                <a:cs typeface="Arimo"/>
                <a:sym typeface="Arimo"/>
              </a:rPr>
              <a:t>Feed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667159" y="3696102"/>
            <a:ext cx="461949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Extract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429879" y="3696102"/>
            <a:ext cx="490189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Solvent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429879" y="3135716"/>
            <a:ext cx="597481" cy="19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3"/>
              </a:lnSpc>
            </a:pPr>
            <a:r>
              <a:rPr lang="en-US" sz="1102">
                <a:solidFill>
                  <a:srgbClr val="EF4444"/>
                </a:solidFill>
                <a:latin typeface="Arimo"/>
                <a:ea typeface="Arimo"/>
                <a:cs typeface="Arimo"/>
                <a:sym typeface="Arimo"/>
              </a:rPr>
              <a:t>Raffinate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90514" y="5061975"/>
            <a:ext cx="4273642" cy="1612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Design: Simple equipment setup. Operation: Easy to control individual stages. Drawback: High solvent consumption.</a:t>
            </a:r>
          </a:p>
          <a:p>
            <a:pPr algn="l">
              <a:lnSpc>
                <a:spcPts val="3558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Efficiency: Lower driving force per stage.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952806" y="5061975"/>
            <a:ext cx="4268683" cy="16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Design: Widely used in industry. Operation: Continuous steady-state flow. Benefit: Significantly reduced solvent usage.</a:t>
            </a:r>
          </a:p>
          <a:p>
            <a:pPr algn="l">
              <a:lnSpc>
                <a:spcPts val="3558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Efficiency: Maximum average driving force.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51507" y="5070698"/>
            <a:ext cx="161373" cy="162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3"/>
              </a:lnSpc>
            </a:pPr>
            <a:r>
              <a:rPr lang="en-US" sz="1423">
                <a:solidFill>
                  <a:srgbClr val="15803D"/>
                </a:solidFill>
                <a:latin typeface="Arimo"/>
                <a:ea typeface="Arimo"/>
                <a:cs typeface="Arimo"/>
                <a:sym typeface="Arimo"/>
              </a:rPr>
              <a:t>→ → →</a:t>
            </a:r>
          </a:p>
          <a:p>
            <a:pPr algn="just">
              <a:lnSpc>
                <a:spcPts val="3559"/>
              </a:lnSpc>
            </a:pPr>
            <a:r>
              <a:rPr lang="en-US" sz="1423">
                <a:solidFill>
                  <a:srgbClr val="15803D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613782" y="5070698"/>
            <a:ext cx="161373" cy="1627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63"/>
              </a:lnSpc>
            </a:pPr>
            <a:r>
              <a:rPr lang="en-US" sz="1423">
                <a:solidFill>
                  <a:srgbClr val="1D4ED8"/>
                </a:solidFill>
                <a:latin typeface="Arimo"/>
                <a:ea typeface="Arimo"/>
                <a:cs typeface="Arimo"/>
                <a:sym typeface="Arimo"/>
              </a:rPr>
              <a:t>→ → →</a:t>
            </a:r>
          </a:p>
          <a:p>
            <a:pPr algn="just">
              <a:lnSpc>
                <a:spcPts val="3559"/>
              </a:lnSpc>
            </a:pPr>
            <a:r>
              <a:rPr lang="en-US" sz="1423">
                <a:solidFill>
                  <a:srgbClr val="1D4ED8"/>
                </a:solidFill>
                <a:latin typeface="Arimo"/>
                <a:ea typeface="Arimo"/>
                <a:cs typeface="Arimo"/>
                <a:sym typeface="Arimo"/>
              </a:rPr>
              <a:t>→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522141" y="8379879"/>
            <a:ext cx="144999" cy="3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891547" y="8507007"/>
            <a:ext cx="144999" cy="3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261179" y="8507007"/>
            <a:ext cx="144999" cy="3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5630536" y="8507007"/>
            <a:ext cx="144999" cy="326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2057760" y="8967951"/>
            <a:ext cx="1092356" cy="26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sz="15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Equilibrium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6334477" y="9095079"/>
            <a:ext cx="1281695" cy="26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sz="15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Mass Balance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992352" y="9095079"/>
            <a:ext cx="693568" cy="26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sz="15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Update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5388710" y="9095079"/>
            <a:ext cx="638843" cy="26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7"/>
              </a:lnSpc>
            </a:pPr>
            <a:r>
              <a:rPr lang="en-US" sz="1512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Iterate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4875" y="506820"/>
            <a:ext cx="7846132" cy="54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4004">
                <a:solidFill>
                  <a:srgbClr val="11182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Extraction Simulation Model</a:t>
            </a:r>
          </a:p>
          <a:p>
            <a:pPr algn="l">
              <a:lnSpc>
                <a:spcPts val="3892"/>
              </a:lnSpc>
            </a:pP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COMPARISON OF METHODOLOGIES &amp; ALGORITHMS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406" y="1301573"/>
            <a:ext cx="11301259" cy="2005973"/>
          </a:xfrm>
          <a:custGeom>
            <a:avLst/>
            <a:gdLst/>
            <a:ahLst/>
            <a:cxnLst/>
            <a:rect r="r" b="b" t="t" l="l"/>
            <a:pathLst>
              <a:path h="2005973" w="11301259">
                <a:moveTo>
                  <a:pt x="0" y="0"/>
                </a:moveTo>
                <a:lnTo>
                  <a:pt x="11301258" y="0"/>
                </a:lnTo>
                <a:lnTo>
                  <a:pt x="11301258" y="2005973"/>
                </a:lnTo>
                <a:lnTo>
                  <a:pt x="0" y="20059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406" y="4330168"/>
            <a:ext cx="11301259" cy="4675896"/>
          </a:xfrm>
          <a:custGeom>
            <a:avLst/>
            <a:gdLst/>
            <a:ahLst/>
            <a:cxnLst/>
            <a:rect r="r" b="b" t="t" l="l"/>
            <a:pathLst>
              <a:path h="4675896" w="11301259">
                <a:moveTo>
                  <a:pt x="0" y="0"/>
                </a:moveTo>
                <a:lnTo>
                  <a:pt x="11301258" y="0"/>
                </a:lnTo>
                <a:lnTo>
                  <a:pt x="11301258" y="4675896"/>
                </a:lnTo>
                <a:lnTo>
                  <a:pt x="0" y="46758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7227689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Data Generation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406" y="2210396"/>
            <a:ext cx="6691302" cy="6264732"/>
          </a:xfrm>
          <a:custGeom>
            <a:avLst/>
            <a:gdLst/>
            <a:ahLst/>
            <a:cxnLst/>
            <a:rect r="r" b="b" t="t" l="l"/>
            <a:pathLst>
              <a:path h="6264732" w="6691302">
                <a:moveTo>
                  <a:pt x="0" y="0"/>
                </a:moveTo>
                <a:lnTo>
                  <a:pt x="6691302" y="0"/>
                </a:lnTo>
                <a:lnTo>
                  <a:pt x="6691302" y="6264732"/>
                </a:lnTo>
                <a:lnTo>
                  <a:pt x="0" y="626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82413" y="1427223"/>
            <a:ext cx="10672677" cy="7831077"/>
          </a:xfrm>
          <a:custGeom>
            <a:avLst/>
            <a:gdLst/>
            <a:ahLst/>
            <a:cxnLst/>
            <a:rect r="r" b="b" t="t" l="l"/>
            <a:pathLst>
              <a:path h="7831077" w="10672677">
                <a:moveTo>
                  <a:pt x="0" y="0"/>
                </a:moveTo>
                <a:lnTo>
                  <a:pt x="10672677" y="0"/>
                </a:lnTo>
                <a:lnTo>
                  <a:pt x="10672677" y="7831077"/>
                </a:lnTo>
                <a:lnTo>
                  <a:pt x="0" y="78310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7227689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Data Generation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38096" y="-132487"/>
            <a:ext cx="7547202" cy="11495936"/>
          </a:xfrm>
          <a:custGeom>
            <a:avLst/>
            <a:gdLst/>
            <a:ahLst/>
            <a:cxnLst/>
            <a:rect r="r" b="b" t="t" l="l"/>
            <a:pathLst>
              <a:path h="11495936" w="7547202">
                <a:moveTo>
                  <a:pt x="0" y="0"/>
                </a:moveTo>
                <a:lnTo>
                  <a:pt x="7547201" y="0"/>
                </a:lnTo>
                <a:lnTo>
                  <a:pt x="7547201" y="11495936"/>
                </a:lnTo>
                <a:lnTo>
                  <a:pt x="0" y="114959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86" t="0" r="-296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2275" y="1969871"/>
            <a:ext cx="8691725" cy="5834320"/>
          </a:xfrm>
          <a:custGeom>
            <a:avLst/>
            <a:gdLst/>
            <a:ahLst/>
            <a:cxnLst/>
            <a:rect r="r" b="b" t="t" l="l"/>
            <a:pathLst>
              <a:path h="5834320" w="8691725">
                <a:moveTo>
                  <a:pt x="0" y="0"/>
                </a:moveTo>
                <a:lnTo>
                  <a:pt x="8691725" y="0"/>
                </a:lnTo>
                <a:lnTo>
                  <a:pt x="8691725" y="5834320"/>
                </a:lnTo>
                <a:lnTo>
                  <a:pt x="0" y="58343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846624" y="4126315"/>
            <a:ext cx="9412676" cy="5718200"/>
          </a:xfrm>
          <a:custGeom>
            <a:avLst/>
            <a:gdLst/>
            <a:ahLst/>
            <a:cxnLst/>
            <a:rect r="r" b="b" t="t" l="l"/>
            <a:pathLst>
              <a:path h="5718200" w="9412676">
                <a:moveTo>
                  <a:pt x="0" y="0"/>
                </a:moveTo>
                <a:lnTo>
                  <a:pt x="9412676" y="0"/>
                </a:lnTo>
                <a:lnTo>
                  <a:pt x="9412676" y="5718200"/>
                </a:lnTo>
                <a:lnTo>
                  <a:pt x="0" y="5718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5566097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ANN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20566" y="-283971"/>
            <a:ext cx="18708566" cy="11120563"/>
          </a:xfrm>
          <a:custGeom>
            <a:avLst/>
            <a:gdLst/>
            <a:ahLst/>
            <a:cxnLst/>
            <a:rect r="r" b="b" t="t" l="l"/>
            <a:pathLst>
              <a:path h="11120563" w="18708566">
                <a:moveTo>
                  <a:pt x="0" y="0"/>
                </a:moveTo>
                <a:lnTo>
                  <a:pt x="18708566" y="0"/>
                </a:lnTo>
                <a:lnTo>
                  <a:pt x="18708566" y="11120563"/>
                </a:lnTo>
                <a:lnTo>
                  <a:pt x="0" y="11120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42" r="0" b="-6042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5017"/>
            <a:chOff x="0" y="0"/>
            <a:chExt cx="10819257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373" y="3991104"/>
              <a:ext cx="2089276" cy="2089151"/>
            </a:xfrm>
            <a:custGeom>
              <a:avLst/>
              <a:gdLst/>
              <a:ahLst/>
              <a:cxnLst/>
              <a:rect r="r" b="b" t="t" l="l"/>
              <a:pathLst>
                <a:path h="2089151" w="2089276">
                  <a:moveTo>
                    <a:pt x="835787" y="0"/>
                  </a:moveTo>
                  <a:cubicBezTo>
                    <a:pt x="815213" y="0"/>
                    <a:pt x="794766" y="508"/>
                    <a:pt x="774319" y="1524"/>
                  </a:cubicBezTo>
                  <a:cubicBezTo>
                    <a:pt x="753872" y="2540"/>
                    <a:pt x="733425" y="4064"/>
                    <a:pt x="712978" y="6096"/>
                  </a:cubicBezTo>
                  <a:cubicBezTo>
                    <a:pt x="692531" y="8128"/>
                    <a:pt x="672211" y="10668"/>
                    <a:pt x="651891" y="13589"/>
                  </a:cubicBezTo>
                  <a:cubicBezTo>
                    <a:pt x="631571" y="16510"/>
                    <a:pt x="611378" y="20066"/>
                    <a:pt x="591312" y="24130"/>
                  </a:cubicBezTo>
                  <a:cubicBezTo>
                    <a:pt x="571246" y="28194"/>
                    <a:pt x="551180" y="32639"/>
                    <a:pt x="531241" y="37592"/>
                  </a:cubicBezTo>
                  <a:cubicBezTo>
                    <a:pt x="511302" y="42545"/>
                    <a:pt x="491617" y="48006"/>
                    <a:pt x="471932" y="53975"/>
                  </a:cubicBezTo>
                  <a:cubicBezTo>
                    <a:pt x="452247" y="59944"/>
                    <a:pt x="432816" y="66421"/>
                    <a:pt x="413512" y="73279"/>
                  </a:cubicBezTo>
                  <a:cubicBezTo>
                    <a:pt x="394208" y="80137"/>
                    <a:pt x="375031" y="87630"/>
                    <a:pt x="356108" y="95378"/>
                  </a:cubicBezTo>
                  <a:cubicBezTo>
                    <a:pt x="337185" y="103124"/>
                    <a:pt x="318389" y="111506"/>
                    <a:pt x="299847" y="120269"/>
                  </a:cubicBezTo>
                  <a:cubicBezTo>
                    <a:pt x="281305" y="129032"/>
                    <a:pt x="263017" y="138304"/>
                    <a:pt x="244856" y="147955"/>
                  </a:cubicBezTo>
                  <a:cubicBezTo>
                    <a:pt x="226695" y="157607"/>
                    <a:pt x="208915" y="167767"/>
                    <a:pt x="191262" y="178309"/>
                  </a:cubicBezTo>
                  <a:cubicBezTo>
                    <a:pt x="173609" y="188849"/>
                    <a:pt x="156337" y="199772"/>
                    <a:pt x="139319" y="211202"/>
                  </a:cubicBezTo>
                  <a:cubicBezTo>
                    <a:pt x="122301" y="222631"/>
                    <a:pt x="105537" y="234442"/>
                    <a:pt x="89027" y="246635"/>
                  </a:cubicBezTo>
                  <a:cubicBezTo>
                    <a:pt x="72517" y="258827"/>
                    <a:pt x="56388" y="271527"/>
                    <a:pt x="40513" y="284480"/>
                  </a:cubicBezTo>
                  <a:cubicBezTo>
                    <a:pt x="26797" y="295784"/>
                    <a:pt x="13335" y="307341"/>
                    <a:pt x="0" y="319152"/>
                  </a:cubicBezTo>
                  <a:lnTo>
                    <a:pt x="127" y="319152"/>
                  </a:lnTo>
                  <a:lnTo>
                    <a:pt x="127" y="2089151"/>
                  </a:lnTo>
                  <a:lnTo>
                    <a:pt x="1770125" y="2089151"/>
                  </a:lnTo>
                  <a:cubicBezTo>
                    <a:pt x="1781936" y="2075943"/>
                    <a:pt x="1793493" y="2062481"/>
                    <a:pt x="1804796" y="2048765"/>
                  </a:cubicBezTo>
                  <a:cubicBezTo>
                    <a:pt x="1817750" y="2032890"/>
                    <a:pt x="1830450" y="2016761"/>
                    <a:pt x="1842642" y="2000251"/>
                  </a:cubicBezTo>
                  <a:cubicBezTo>
                    <a:pt x="1854834" y="1983741"/>
                    <a:pt x="1866645" y="1966977"/>
                    <a:pt x="1878075" y="1949959"/>
                  </a:cubicBezTo>
                  <a:cubicBezTo>
                    <a:pt x="1889505" y="1932941"/>
                    <a:pt x="1900427" y="1915542"/>
                    <a:pt x="1910968" y="1898016"/>
                  </a:cubicBezTo>
                  <a:cubicBezTo>
                    <a:pt x="1921509" y="1880490"/>
                    <a:pt x="1931669" y="1862583"/>
                    <a:pt x="1941321" y="1844422"/>
                  </a:cubicBezTo>
                  <a:cubicBezTo>
                    <a:pt x="1950973" y="1826261"/>
                    <a:pt x="1960244" y="1807973"/>
                    <a:pt x="1969007" y="1789431"/>
                  </a:cubicBezTo>
                  <a:cubicBezTo>
                    <a:pt x="1977770" y="1770889"/>
                    <a:pt x="1986025" y="1752093"/>
                    <a:pt x="1993899" y="1733170"/>
                  </a:cubicBezTo>
                  <a:cubicBezTo>
                    <a:pt x="2001773" y="1714247"/>
                    <a:pt x="2009139" y="1695070"/>
                    <a:pt x="2015997" y="1675766"/>
                  </a:cubicBezTo>
                  <a:cubicBezTo>
                    <a:pt x="2022855" y="1656462"/>
                    <a:pt x="2029332" y="1637031"/>
                    <a:pt x="2035301" y="1617346"/>
                  </a:cubicBezTo>
                  <a:cubicBezTo>
                    <a:pt x="2041270" y="1597661"/>
                    <a:pt x="2046731" y="1577976"/>
                    <a:pt x="2051684" y="1558037"/>
                  </a:cubicBezTo>
                  <a:cubicBezTo>
                    <a:pt x="2056637" y="1538098"/>
                    <a:pt x="2061209" y="1518159"/>
                    <a:pt x="2065146" y="1497966"/>
                  </a:cubicBezTo>
                  <a:cubicBezTo>
                    <a:pt x="2069083" y="1477773"/>
                    <a:pt x="2072639" y="1457707"/>
                    <a:pt x="2075687" y="1437387"/>
                  </a:cubicBezTo>
                  <a:cubicBezTo>
                    <a:pt x="2078735" y="1417067"/>
                    <a:pt x="2081148" y="1396747"/>
                    <a:pt x="2083180" y="1376300"/>
                  </a:cubicBezTo>
                  <a:cubicBezTo>
                    <a:pt x="2085212" y="1355853"/>
                    <a:pt x="2086736" y="1335406"/>
                    <a:pt x="2087752" y="1314959"/>
                  </a:cubicBezTo>
                  <a:cubicBezTo>
                    <a:pt x="2088768" y="1294512"/>
                    <a:pt x="2089276" y="1273938"/>
                    <a:pt x="2089276" y="1253491"/>
                  </a:cubicBezTo>
                  <a:cubicBezTo>
                    <a:pt x="2089276" y="1233044"/>
                    <a:pt x="2088768" y="1212470"/>
                    <a:pt x="2087752" y="1192023"/>
                  </a:cubicBezTo>
                  <a:cubicBezTo>
                    <a:pt x="2086736" y="1171576"/>
                    <a:pt x="2085212" y="1151129"/>
                    <a:pt x="2083180" y="1130682"/>
                  </a:cubicBezTo>
                  <a:cubicBezTo>
                    <a:pt x="2081148" y="1110235"/>
                    <a:pt x="2078608" y="1089915"/>
                    <a:pt x="2075687" y="1069595"/>
                  </a:cubicBezTo>
                  <a:cubicBezTo>
                    <a:pt x="2072766" y="1049275"/>
                    <a:pt x="2069210" y="1029082"/>
                    <a:pt x="2065146" y="1009016"/>
                  </a:cubicBezTo>
                  <a:cubicBezTo>
                    <a:pt x="2061082" y="988950"/>
                    <a:pt x="2056637" y="968884"/>
                    <a:pt x="2051684" y="948945"/>
                  </a:cubicBezTo>
                  <a:cubicBezTo>
                    <a:pt x="2046731" y="929006"/>
                    <a:pt x="2041270" y="909321"/>
                    <a:pt x="2035301" y="889636"/>
                  </a:cubicBezTo>
                  <a:cubicBezTo>
                    <a:pt x="2029332" y="869951"/>
                    <a:pt x="2022855" y="850520"/>
                    <a:pt x="2015997" y="831216"/>
                  </a:cubicBezTo>
                  <a:cubicBezTo>
                    <a:pt x="2009139" y="811912"/>
                    <a:pt x="2001646" y="792735"/>
                    <a:pt x="1993899" y="773811"/>
                  </a:cubicBezTo>
                  <a:cubicBezTo>
                    <a:pt x="1986152" y="754888"/>
                    <a:pt x="1977770" y="736092"/>
                    <a:pt x="1969007" y="717550"/>
                  </a:cubicBezTo>
                  <a:cubicBezTo>
                    <a:pt x="1960244" y="699009"/>
                    <a:pt x="1950973" y="680721"/>
                    <a:pt x="1941321" y="662560"/>
                  </a:cubicBezTo>
                  <a:cubicBezTo>
                    <a:pt x="1931669" y="644398"/>
                    <a:pt x="1921509" y="626618"/>
                    <a:pt x="1910968" y="609092"/>
                  </a:cubicBezTo>
                  <a:cubicBezTo>
                    <a:pt x="1900427" y="591566"/>
                    <a:pt x="1889505" y="574167"/>
                    <a:pt x="1878075" y="557149"/>
                  </a:cubicBezTo>
                  <a:cubicBezTo>
                    <a:pt x="1866645" y="540131"/>
                    <a:pt x="1854834" y="523367"/>
                    <a:pt x="1842642" y="506857"/>
                  </a:cubicBezTo>
                  <a:cubicBezTo>
                    <a:pt x="1830450" y="490348"/>
                    <a:pt x="1817750" y="474218"/>
                    <a:pt x="1804796" y="458343"/>
                  </a:cubicBezTo>
                  <a:cubicBezTo>
                    <a:pt x="1791842" y="442468"/>
                    <a:pt x="1778380" y="426974"/>
                    <a:pt x="1764664" y="411735"/>
                  </a:cubicBezTo>
                  <a:cubicBezTo>
                    <a:pt x="1750948" y="396494"/>
                    <a:pt x="1736724" y="381635"/>
                    <a:pt x="1722246" y="367157"/>
                  </a:cubicBezTo>
                  <a:cubicBezTo>
                    <a:pt x="1707768" y="352679"/>
                    <a:pt x="1692909" y="338455"/>
                    <a:pt x="1677669" y="324740"/>
                  </a:cubicBezTo>
                  <a:cubicBezTo>
                    <a:pt x="1662429" y="311023"/>
                    <a:pt x="1646935" y="297561"/>
                    <a:pt x="1631060" y="284607"/>
                  </a:cubicBezTo>
                  <a:cubicBezTo>
                    <a:pt x="1615185" y="271654"/>
                    <a:pt x="1599056" y="258954"/>
                    <a:pt x="1582546" y="246761"/>
                  </a:cubicBezTo>
                  <a:cubicBezTo>
                    <a:pt x="1566036" y="234569"/>
                    <a:pt x="1549272" y="222759"/>
                    <a:pt x="1532254" y="211329"/>
                  </a:cubicBezTo>
                  <a:cubicBezTo>
                    <a:pt x="1515236" y="199898"/>
                    <a:pt x="1497837" y="188977"/>
                    <a:pt x="1480311" y="178435"/>
                  </a:cubicBezTo>
                  <a:cubicBezTo>
                    <a:pt x="1462785" y="167894"/>
                    <a:pt x="1444878" y="157735"/>
                    <a:pt x="1426717" y="148082"/>
                  </a:cubicBezTo>
                  <a:cubicBezTo>
                    <a:pt x="1408556" y="138430"/>
                    <a:pt x="1390268" y="129160"/>
                    <a:pt x="1371726" y="120397"/>
                  </a:cubicBezTo>
                  <a:cubicBezTo>
                    <a:pt x="1353184" y="111634"/>
                    <a:pt x="1334388" y="103252"/>
                    <a:pt x="1315465" y="95504"/>
                  </a:cubicBezTo>
                  <a:cubicBezTo>
                    <a:pt x="1296542" y="87757"/>
                    <a:pt x="1277365" y="80265"/>
                    <a:pt x="1258061" y="73406"/>
                  </a:cubicBezTo>
                  <a:cubicBezTo>
                    <a:pt x="1238757" y="66548"/>
                    <a:pt x="1219326" y="60071"/>
                    <a:pt x="1199641" y="54102"/>
                  </a:cubicBezTo>
                  <a:cubicBezTo>
                    <a:pt x="1179956" y="48133"/>
                    <a:pt x="1160271" y="42672"/>
                    <a:pt x="1140332" y="37719"/>
                  </a:cubicBezTo>
                  <a:cubicBezTo>
                    <a:pt x="1120393" y="32766"/>
                    <a:pt x="1100454" y="28194"/>
                    <a:pt x="1080261" y="24257"/>
                  </a:cubicBezTo>
                  <a:cubicBezTo>
                    <a:pt x="1060069" y="20320"/>
                    <a:pt x="1039875" y="16764"/>
                    <a:pt x="1019683" y="13716"/>
                  </a:cubicBezTo>
                  <a:cubicBezTo>
                    <a:pt x="999489" y="10668"/>
                    <a:pt x="979042" y="8255"/>
                    <a:pt x="958595" y="6223"/>
                  </a:cubicBezTo>
                  <a:cubicBezTo>
                    <a:pt x="938148" y="4191"/>
                    <a:pt x="917701" y="2667"/>
                    <a:pt x="897255" y="1651"/>
                  </a:cubicBezTo>
                  <a:cubicBezTo>
                    <a:pt x="876808" y="635"/>
                    <a:pt x="856234" y="127"/>
                    <a:pt x="835787" y="127"/>
                  </a:cubicBezTo>
                  <a:close/>
                </a:path>
              </a:pathLst>
            </a:custGeom>
            <a:solidFill>
              <a:srgbClr val="F0FDF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4393" y="1761161"/>
            <a:ext cx="9788969" cy="8248494"/>
            <a:chOff x="0" y="0"/>
            <a:chExt cx="7721600" cy="65064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721600" cy="6506464"/>
            </a:xfrm>
            <a:custGeom>
              <a:avLst/>
              <a:gdLst/>
              <a:ahLst/>
              <a:cxnLst/>
              <a:rect r="r" b="b" t="t" l="l"/>
              <a:pathLst>
                <a:path h="6506464" w="7721600">
                  <a:moveTo>
                    <a:pt x="7466584" y="43688"/>
                  </a:moveTo>
                  <a:cubicBezTo>
                    <a:pt x="7488682" y="43688"/>
                    <a:pt x="7510018" y="47879"/>
                    <a:pt x="7530592" y="56388"/>
                  </a:cubicBezTo>
                  <a:cubicBezTo>
                    <a:pt x="7551165" y="64897"/>
                    <a:pt x="7569073" y="76962"/>
                    <a:pt x="7584821" y="92583"/>
                  </a:cubicBezTo>
                  <a:cubicBezTo>
                    <a:pt x="7600569" y="108204"/>
                    <a:pt x="7612634" y="126365"/>
                    <a:pt x="7621015" y="146812"/>
                  </a:cubicBezTo>
                  <a:cubicBezTo>
                    <a:pt x="7629398" y="167259"/>
                    <a:pt x="7633715" y="188595"/>
                    <a:pt x="7633715" y="210820"/>
                  </a:cubicBezTo>
                  <a:lnTo>
                    <a:pt x="7633715" y="6205347"/>
                  </a:lnTo>
                  <a:cubicBezTo>
                    <a:pt x="7633715" y="6227445"/>
                    <a:pt x="7629525" y="6248781"/>
                    <a:pt x="7621015" y="6269228"/>
                  </a:cubicBezTo>
                  <a:cubicBezTo>
                    <a:pt x="7612507" y="6289675"/>
                    <a:pt x="7600442" y="6307836"/>
                    <a:pt x="7584821" y="6323457"/>
                  </a:cubicBezTo>
                  <a:cubicBezTo>
                    <a:pt x="7569200" y="6339078"/>
                    <a:pt x="7551039" y="6351143"/>
                    <a:pt x="7530592" y="6359652"/>
                  </a:cubicBezTo>
                  <a:cubicBezTo>
                    <a:pt x="7510145" y="6368161"/>
                    <a:pt x="7488809" y="6372352"/>
                    <a:pt x="7466584" y="6372352"/>
                  </a:cubicBezTo>
                  <a:lnTo>
                    <a:pt x="257556" y="6372352"/>
                  </a:lnTo>
                  <a:cubicBezTo>
                    <a:pt x="235458" y="6372352"/>
                    <a:pt x="214122" y="6368161"/>
                    <a:pt x="193548" y="6359652"/>
                  </a:cubicBezTo>
                  <a:cubicBezTo>
                    <a:pt x="172974" y="6351143"/>
                    <a:pt x="154940" y="6339078"/>
                    <a:pt x="139319" y="6323457"/>
                  </a:cubicBezTo>
                  <a:cubicBezTo>
                    <a:pt x="123698" y="6307836"/>
                    <a:pt x="111633" y="6289675"/>
                    <a:pt x="103124" y="6269228"/>
                  </a:cubicBezTo>
                  <a:cubicBezTo>
                    <a:pt x="94615" y="6248781"/>
                    <a:pt x="90424" y="6227445"/>
                    <a:pt x="90424" y="6205347"/>
                  </a:cubicBezTo>
                  <a:lnTo>
                    <a:pt x="90424" y="210820"/>
                  </a:lnTo>
                  <a:cubicBezTo>
                    <a:pt x="90424" y="188722"/>
                    <a:pt x="94615" y="167386"/>
                    <a:pt x="103124" y="146812"/>
                  </a:cubicBezTo>
                  <a:cubicBezTo>
                    <a:pt x="111633" y="126238"/>
                    <a:pt x="123698" y="108204"/>
                    <a:pt x="139319" y="92583"/>
                  </a:cubicBezTo>
                  <a:cubicBezTo>
                    <a:pt x="154940" y="76962"/>
                    <a:pt x="173101" y="64897"/>
                    <a:pt x="193548" y="56388"/>
                  </a:cubicBezTo>
                  <a:cubicBezTo>
                    <a:pt x="213995" y="47879"/>
                    <a:pt x="235331" y="43688"/>
                    <a:pt x="257556" y="43688"/>
                  </a:cubicBezTo>
                  <a:close/>
                  <a:moveTo>
                    <a:pt x="0" y="0"/>
                  </a:moveTo>
                  <a:lnTo>
                    <a:pt x="0" y="6506464"/>
                  </a:lnTo>
                  <a:lnTo>
                    <a:pt x="7721600" y="6506464"/>
                  </a:lnTo>
                  <a:lnTo>
                    <a:pt x="772160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47053" y="1653821"/>
            <a:ext cx="10003634" cy="8463159"/>
          </a:xfrm>
          <a:custGeom>
            <a:avLst/>
            <a:gdLst/>
            <a:ahLst/>
            <a:cxnLst/>
            <a:rect r="r" b="b" t="t" l="l"/>
            <a:pathLst>
              <a:path h="8463159" w="10003634">
                <a:moveTo>
                  <a:pt x="0" y="0"/>
                </a:moveTo>
                <a:lnTo>
                  <a:pt x="10003634" y="0"/>
                </a:lnTo>
                <a:lnTo>
                  <a:pt x="10003634" y="8463159"/>
                </a:lnTo>
                <a:lnTo>
                  <a:pt x="0" y="84631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580343" y="4867871"/>
            <a:ext cx="932528" cy="932528"/>
            <a:chOff x="0" y="0"/>
            <a:chExt cx="735584" cy="73558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6903" y="55499"/>
                  </a:moveTo>
                  <a:cubicBezTo>
                    <a:pt x="402336" y="55499"/>
                    <a:pt x="436499" y="62230"/>
                    <a:pt x="469265" y="75819"/>
                  </a:cubicBezTo>
                  <a:cubicBezTo>
                    <a:pt x="502031" y="89408"/>
                    <a:pt x="530987" y="108712"/>
                    <a:pt x="556006" y="133731"/>
                  </a:cubicBezTo>
                  <a:cubicBezTo>
                    <a:pt x="581025" y="158750"/>
                    <a:pt x="600456" y="187706"/>
                    <a:pt x="613918" y="220472"/>
                  </a:cubicBezTo>
                  <a:cubicBezTo>
                    <a:pt x="627380" y="253238"/>
                    <a:pt x="634238" y="287401"/>
                    <a:pt x="634238" y="322834"/>
                  </a:cubicBezTo>
                  <a:cubicBezTo>
                    <a:pt x="634238" y="358267"/>
                    <a:pt x="627507" y="392430"/>
                    <a:pt x="613918" y="425196"/>
                  </a:cubicBezTo>
                  <a:cubicBezTo>
                    <a:pt x="600329" y="457962"/>
                    <a:pt x="581025" y="486918"/>
                    <a:pt x="556006" y="511937"/>
                  </a:cubicBezTo>
                  <a:cubicBezTo>
                    <a:pt x="530987" y="536956"/>
                    <a:pt x="502031" y="556260"/>
                    <a:pt x="469265" y="569849"/>
                  </a:cubicBezTo>
                  <a:cubicBezTo>
                    <a:pt x="436499" y="583438"/>
                    <a:pt x="402336" y="590169"/>
                    <a:pt x="366903" y="590169"/>
                  </a:cubicBezTo>
                  <a:cubicBezTo>
                    <a:pt x="331470" y="590169"/>
                    <a:pt x="297307" y="583438"/>
                    <a:pt x="264541" y="569849"/>
                  </a:cubicBezTo>
                  <a:cubicBezTo>
                    <a:pt x="231775" y="556260"/>
                    <a:pt x="202819" y="536956"/>
                    <a:pt x="177800" y="511937"/>
                  </a:cubicBezTo>
                  <a:cubicBezTo>
                    <a:pt x="152781" y="486918"/>
                    <a:pt x="133350" y="457962"/>
                    <a:pt x="119888" y="425196"/>
                  </a:cubicBezTo>
                  <a:cubicBezTo>
                    <a:pt x="106426" y="392430"/>
                    <a:pt x="99568" y="358394"/>
                    <a:pt x="99568" y="322834"/>
                  </a:cubicBezTo>
                  <a:cubicBezTo>
                    <a:pt x="99568" y="287274"/>
                    <a:pt x="106299" y="253238"/>
                    <a:pt x="119888" y="220472"/>
                  </a:cubicBezTo>
                  <a:cubicBezTo>
                    <a:pt x="133477" y="187706"/>
                    <a:pt x="152781" y="158750"/>
                    <a:pt x="177800" y="133731"/>
                  </a:cubicBezTo>
                  <a:cubicBezTo>
                    <a:pt x="202819" y="108712"/>
                    <a:pt x="231775" y="89281"/>
                    <a:pt x="264541" y="75819"/>
                  </a:cubicBezTo>
                  <a:cubicBezTo>
                    <a:pt x="297307" y="62357"/>
                    <a:pt x="331470" y="55499"/>
                    <a:pt x="366903" y="55499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2473003" y="4760530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68995" y="5099715"/>
            <a:ext cx="1575283" cy="381255"/>
            <a:chOff x="0" y="0"/>
            <a:chExt cx="1242593" cy="300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42568" cy="300736"/>
            </a:xfrm>
            <a:custGeom>
              <a:avLst/>
              <a:gdLst/>
              <a:ahLst/>
              <a:cxnLst/>
              <a:rect r="r" b="b" t="t" l="l"/>
              <a:pathLst>
                <a:path h="300736" w="1242568">
                  <a:moveTo>
                    <a:pt x="0" y="0"/>
                  </a:moveTo>
                  <a:lnTo>
                    <a:pt x="0" y="28575"/>
                  </a:lnTo>
                  <a:lnTo>
                    <a:pt x="1169924" y="28575"/>
                  </a:lnTo>
                  <a:cubicBezTo>
                    <a:pt x="1179195" y="28575"/>
                    <a:pt x="1187069" y="31877"/>
                    <a:pt x="1193546" y="38354"/>
                  </a:cubicBezTo>
                  <a:cubicBezTo>
                    <a:pt x="1200023" y="44831"/>
                    <a:pt x="1203325" y="52705"/>
                    <a:pt x="1203325" y="61976"/>
                  </a:cubicBezTo>
                  <a:lnTo>
                    <a:pt x="1203325" y="218059"/>
                  </a:lnTo>
                  <a:cubicBezTo>
                    <a:pt x="1203325" y="227330"/>
                    <a:pt x="1200023" y="235204"/>
                    <a:pt x="1193546" y="241681"/>
                  </a:cubicBezTo>
                  <a:cubicBezTo>
                    <a:pt x="1187069" y="248158"/>
                    <a:pt x="1179195" y="251460"/>
                    <a:pt x="1169924" y="251460"/>
                  </a:cubicBezTo>
                  <a:lnTo>
                    <a:pt x="0" y="251460"/>
                  </a:lnTo>
                  <a:lnTo>
                    <a:pt x="0" y="300736"/>
                  </a:lnTo>
                  <a:lnTo>
                    <a:pt x="1242568" y="300736"/>
                  </a:lnTo>
                  <a:lnTo>
                    <a:pt x="1242568" y="0"/>
                  </a:lnTo>
                  <a:close/>
                </a:path>
              </a:pathLst>
            </a:custGeom>
            <a:blipFill>
              <a:blip r:embed="rId8"/>
              <a:stretch>
                <a:fillRect l="-2696" t="0" r="-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819182" y="4992374"/>
            <a:ext cx="1832421" cy="595920"/>
          </a:xfrm>
          <a:custGeom>
            <a:avLst/>
            <a:gdLst/>
            <a:ahLst/>
            <a:cxnLst/>
            <a:rect r="r" b="b" t="t" l="l"/>
            <a:pathLst>
              <a:path h="595920" w="1832421">
                <a:moveTo>
                  <a:pt x="0" y="0"/>
                </a:moveTo>
                <a:lnTo>
                  <a:pt x="1832421" y="0"/>
                </a:lnTo>
                <a:lnTo>
                  <a:pt x="1832421" y="595920"/>
                </a:lnTo>
                <a:lnTo>
                  <a:pt x="0" y="59592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2580343" y="5857072"/>
            <a:ext cx="932528" cy="932528"/>
            <a:chOff x="0" y="0"/>
            <a:chExt cx="735584" cy="7355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6903" y="55245"/>
                  </a:moveTo>
                  <a:cubicBezTo>
                    <a:pt x="402336" y="55245"/>
                    <a:pt x="436499" y="61976"/>
                    <a:pt x="469265" y="75565"/>
                  </a:cubicBezTo>
                  <a:cubicBezTo>
                    <a:pt x="502031" y="89154"/>
                    <a:pt x="530987" y="108458"/>
                    <a:pt x="556006" y="133477"/>
                  </a:cubicBezTo>
                  <a:cubicBezTo>
                    <a:pt x="581025" y="158496"/>
                    <a:pt x="600456" y="187452"/>
                    <a:pt x="613918" y="220218"/>
                  </a:cubicBezTo>
                  <a:cubicBezTo>
                    <a:pt x="627380" y="252984"/>
                    <a:pt x="634238" y="287147"/>
                    <a:pt x="634238" y="322580"/>
                  </a:cubicBezTo>
                  <a:cubicBezTo>
                    <a:pt x="634238" y="358013"/>
                    <a:pt x="627507" y="392176"/>
                    <a:pt x="613918" y="424942"/>
                  </a:cubicBezTo>
                  <a:cubicBezTo>
                    <a:pt x="600329" y="457708"/>
                    <a:pt x="581025" y="486664"/>
                    <a:pt x="556006" y="511683"/>
                  </a:cubicBezTo>
                  <a:cubicBezTo>
                    <a:pt x="530987" y="536702"/>
                    <a:pt x="502031" y="556006"/>
                    <a:pt x="469265" y="569595"/>
                  </a:cubicBezTo>
                  <a:cubicBezTo>
                    <a:pt x="436499" y="583184"/>
                    <a:pt x="402336" y="589915"/>
                    <a:pt x="366903" y="589915"/>
                  </a:cubicBezTo>
                  <a:cubicBezTo>
                    <a:pt x="331470" y="589915"/>
                    <a:pt x="297307" y="583184"/>
                    <a:pt x="264541" y="569595"/>
                  </a:cubicBezTo>
                  <a:cubicBezTo>
                    <a:pt x="231775" y="556006"/>
                    <a:pt x="202819" y="536702"/>
                    <a:pt x="177800" y="511683"/>
                  </a:cubicBezTo>
                  <a:cubicBezTo>
                    <a:pt x="152781" y="486664"/>
                    <a:pt x="133350" y="457708"/>
                    <a:pt x="119888" y="424942"/>
                  </a:cubicBezTo>
                  <a:cubicBezTo>
                    <a:pt x="106426" y="392176"/>
                    <a:pt x="99568" y="358140"/>
                    <a:pt x="99568" y="322580"/>
                  </a:cubicBezTo>
                  <a:cubicBezTo>
                    <a:pt x="99568" y="287020"/>
                    <a:pt x="106299" y="252984"/>
                    <a:pt x="119888" y="220218"/>
                  </a:cubicBezTo>
                  <a:cubicBezTo>
                    <a:pt x="133477" y="187452"/>
                    <a:pt x="152781" y="158496"/>
                    <a:pt x="177800" y="133477"/>
                  </a:cubicBezTo>
                  <a:cubicBezTo>
                    <a:pt x="202819" y="108458"/>
                    <a:pt x="231775" y="89154"/>
                    <a:pt x="264541" y="75565"/>
                  </a:cubicBezTo>
                  <a:cubicBezTo>
                    <a:pt x="297307" y="61976"/>
                    <a:pt x="331470" y="55245"/>
                    <a:pt x="366903" y="55245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2473003" y="5749731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68995" y="6088916"/>
            <a:ext cx="1575283" cy="381255"/>
            <a:chOff x="0" y="0"/>
            <a:chExt cx="1242593" cy="300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42568" cy="300609"/>
            </a:xfrm>
            <a:custGeom>
              <a:avLst/>
              <a:gdLst/>
              <a:ahLst/>
              <a:cxnLst/>
              <a:rect r="r" b="b" t="t" l="l"/>
              <a:pathLst>
                <a:path h="300609" w="1242568">
                  <a:moveTo>
                    <a:pt x="0" y="0"/>
                  </a:moveTo>
                  <a:lnTo>
                    <a:pt x="0" y="28321"/>
                  </a:lnTo>
                  <a:lnTo>
                    <a:pt x="1169924" y="28321"/>
                  </a:lnTo>
                  <a:cubicBezTo>
                    <a:pt x="1179195" y="28321"/>
                    <a:pt x="1187069" y="31623"/>
                    <a:pt x="1193546" y="38100"/>
                  </a:cubicBezTo>
                  <a:cubicBezTo>
                    <a:pt x="1200023" y="44577"/>
                    <a:pt x="1203325" y="52578"/>
                    <a:pt x="1203325" y="61722"/>
                  </a:cubicBezTo>
                  <a:lnTo>
                    <a:pt x="1203325" y="217678"/>
                  </a:lnTo>
                  <a:cubicBezTo>
                    <a:pt x="1203325" y="226949"/>
                    <a:pt x="1200023" y="234823"/>
                    <a:pt x="1193546" y="241300"/>
                  </a:cubicBezTo>
                  <a:cubicBezTo>
                    <a:pt x="1187069" y="247777"/>
                    <a:pt x="1179195" y="251079"/>
                    <a:pt x="1169924" y="251079"/>
                  </a:cubicBezTo>
                  <a:lnTo>
                    <a:pt x="0" y="251079"/>
                  </a:lnTo>
                  <a:lnTo>
                    <a:pt x="0" y="300609"/>
                  </a:lnTo>
                  <a:lnTo>
                    <a:pt x="1242568" y="300609"/>
                  </a:lnTo>
                  <a:lnTo>
                    <a:pt x="1242568" y="0"/>
                  </a:lnTo>
                  <a:close/>
                </a:path>
              </a:pathLst>
            </a:custGeom>
            <a:blipFill>
              <a:blip r:embed="rId14"/>
              <a:stretch>
                <a:fillRect l="-2696" t="0" r="-2" b="-42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819182" y="5981575"/>
            <a:ext cx="1832421" cy="595920"/>
          </a:xfrm>
          <a:custGeom>
            <a:avLst/>
            <a:gdLst/>
            <a:ahLst/>
            <a:cxnLst/>
            <a:rect r="r" b="b" t="t" l="l"/>
            <a:pathLst>
              <a:path h="595920" w="1832421">
                <a:moveTo>
                  <a:pt x="0" y="0"/>
                </a:moveTo>
                <a:lnTo>
                  <a:pt x="1832421" y="0"/>
                </a:lnTo>
                <a:lnTo>
                  <a:pt x="1832421" y="595920"/>
                </a:lnTo>
                <a:lnTo>
                  <a:pt x="0" y="59592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580343" y="6846273"/>
            <a:ext cx="932528" cy="932528"/>
            <a:chOff x="0" y="0"/>
            <a:chExt cx="735584" cy="7355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6903" y="54864"/>
                  </a:moveTo>
                  <a:cubicBezTo>
                    <a:pt x="402336" y="54864"/>
                    <a:pt x="436499" y="61595"/>
                    <a:pt x="469265" y="75184"/>
                  </a:cubicBezTo>
                  <a:cubicBezTo>
                    <a:pt x="502031" y="88773"/>
                    <a:pt x="530987" y="108077"/>
                    <a:pt x="556006" y="133096"/>
                  </a:cubicBezTo>
                  <a:cubicBezTo>
                    <a:pt x="581025" y="158115"/>
                    <a:pt x="600456" y="187071"/>
                    <a:pt x="613918" y="219837"/>
                  </a:cubicBezTo>
                  <a:cubicBezTo>
                    <a:pt x="627380" y="252603"/>
                    <a:pt x="634238" y="286639"/>
                    <a:pt x="634238" y="322199"/>
                  </a:cubicBezTo>
                  <a:cubicBezTo>
                    <a:pt x="634238" y="357759"/>
                    <a:pt x="627507" y="391795"/>
                    <a:pt x="613918" y="424561"/>
                  </a:cubicBezTo>
                  <a:cubicBezTo>
                    <a:pt x="600329" y="457327"/>
                    <a:pt x="581025" y="486283"/>
                    <a:pt x="556006" y="511302"/>
                  </a:cubicBezTo>
                  <a:cubicBezTo>
                    <a:pt x="530987" y="536321"/>
                    <a:pt x="502031" y="555625"/>
                    <a:pt x="469265" y="569214"/>
                  </a:cubicBezTo>
                  <a:cubicBezTo>
                    <a:pt x="436499" y="582803"/>
                    <a:pt x="402336" y="589534"/>
                    <a:pt x="366903" y="589534"/>
                  </a:cubicBezTo>
                  <a:cubicBezTo>
                    <a:pt x="331470" y="589534"/>
                    <a:pt x="297307" y="582803"/>
                    <a:pt x="264541" y="569214"/>
                  </a:cubicBezTo>
                  <a:cubicBezTo>
                    <a:pt x="231775" y="555625"/>
                    <a:pt x="202819" y="536321"/>
                    <a:pt x="177800" y="511302"/>
                  </a:cubicBezTo>
                  <a:cubicBezTo>
                    <a:pt x="152781" y="486283"/>
                    <a:pt x="133350" y="457327"/>
                    <a:pt x="119888" y="424561"/>
                  </a:cubicBezTo>
                  <a:cubicBezTo>
                    <a:pt x="106426" y="391795"/>
                    <a:pt x="99568" y="357759"/>
                    <a:pt x="99568" y="322199"/>
                  </a:cubicBezTo>
                  <a:cubicBezTo>
                    <a:pt x="99568" y="286639"/>
                    <a:pt x="106299" y="252603"/>
                    <a:pt x="119888" y="219837"/>
                  </a:cubicBezTo>
                  <a:cubicBezTo>
                    <a:pt x="133477" y="187071"/>
                    <a:pt x="152781" y="158115"/>
                    <a:pt x="177800" y="133096"/>
                  </a:cubicBezTo>
                  <a:cubicBezTo>
                    <a:pt x="202819" y="108077"/>
                    <a:pt x="231775" y="88773"/>
                    <a:pt x="264541" y="75184"/>
                  </a:cubicBezTo>
                  <a:cubicBezTo>
                    <a:pt x="297307" y="61595"/>
                    <a:pt x="331470" y="54864"/>
                    <a:pt x="366903" y="54864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473003" y="6738932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4"/>
                </a:lnTo>
                <a:lnTo>
                  <a:pt x="0" y="114719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68995" y="7078117"/>
            <a:ext cx="1575283" cy="381255"/>
            <a:chOff x="0" y="0"/>
            <a:chExt cx="1242593" cy="300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42568" cy="300736"/>
            </a:xfrm>
            <a:custGeom>
              <a:avLst/>
              <a:gdLst/>
              <a:ahLst/>
              <a:cxnLst/>
              <a:rect r="r" b="b" t="t" l="l"/>
              <a:pathLst>
                <a:path h="300736" w="1242568">
                  <a:moveTo>
                    <a:pt x="0" y="0"/>
                  </a:moveTo>
                  <a:lnTo>
                    <a:pt x="0" y="27940"/>
                  </a:lnTo>
                  <a:lnTo>
                    <a:pt x="1169924" y="27940"/>
                  </a:lnTo>
                  <a:cubicBezTo>
                    <a:pt x="1179195" y="27940"/>
                    <a:pt x="1187069" y="31242"/>
                    <a:pt x="1193546" y="37719"/>
                  </a:cubicBezTo>
                  <a:cubicBezTo>
                    <a:pt x="1200023" y="44196"/>
                    <a:pt x="1203325" y="52197"/>
                    <a:pt x="1203325" y="61341"/>
                  </a:cubicBezTo>
                  <a:lnTo>
                    <a:pt x="1203325" y="217424"/>
                  </a:lnTo>
                  <a:cubicBezTo>
                    <a:pt x="1203325" y="226695"/>
                    <a:pt x="1200023" y="234569"/>
                    <a:pt x="1193546" y="241046"/>
                  </a:cubicBezTo>
                  <a:cubicBezTo>
                    <a:pt x="1187069" y="247523"/>
                    <a:pt x="1179195" y="250825"/>
                    <a:pt x="1169924" y="250825"/>
                  </a:cubicBezTo>
                  <a:lnTo>
                    <a:pt x="0" y="250825"/>
                  </a:lnTo>
                  <a:lnTo>
                    <a:pt x="0" y="300736"/>
                  </a:lnTo>
                  <a:lnTo>
                    <a:pt x="1242568" y="300736"/>
                  </a:lnTo>
                  <a:lnTo>
                    <a:pt x="1242568" y="0"/>
                  </a:lnTo>
                  <a:close/>
                </a:path>
              </a:pathLst>
            </a:custGeom>
            <a:blipFill>
              <a:blip r:embed="rId20"/>
              <a:stretch>
                <a:fillRect l="-2696" t="0" r="-2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819182" y="6970776"/>
            <a:ext cx="1832421" cy="595920"/>
          </a:xfrm>
          <a:custGeom>
            <a:avLst/>
            <a:gdLst/>
            <a:ahLst/>
            <a:cxnLst/>
            <a:rect r="r" b="b" t="t" l="l"/>
            <a:pathLst>
              <a:path h="595920" w="1832421">
                <a:moveTo>
                  <a:pt x="0" y="0"/>
                </a:moveTo>
                <a:lnTo>
                  <a:pt x="1832421" y="0"/>
                </a:lnTo>
                <a:lnTo>
                  <a:pt x="1832421" y="595920"/>
                </a:lnTo>
                <a:lnTo>
                  <a:pt x="0" y="59592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5274886" y="4373270"/>
            <a:ext cx="932528" cy="932528"/>
            <a:chOff x="0" y="0"/>
            <a:chExt cx="735584" cy="7355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9570" y="55626"/>
                  </a:moveTo>
                  <a:cubicBezTo>
                    <a:pt x="405003" y="55626"/>
                    <a:pt x="439166" y="62357"/>
                    <a:pt x="471932" y="75946"/>
                  </a:cubicBezTo>
                  <a:cubicBezTo>
                    <a:pt x="504698" y="89535"/>
                    <a:pt x="533654" y="108839"/>
                    <a:pt x="558673" y="133858"/>
                  </a:cubicBezTo>
                  <a:cubicBezTo>
                    <a:pt x="583692" y="158877"/>
                    <a:pt x="602996" y="187833"/>
                    <a:pt x="616585" y="220599"/>
                  </a:cubicBezTo>
                  <a:cubicBezTo>
                    <a:pt x="630174" y="253365"/>
                    <a:pt x="636905" y="287528"/>
                    <a:pt x="636905" y="322961"/>
                  </a:cubicBezTo>
                  <a:cubicBezTo>
                    <a:pt x="636905" y="358394"/>
                    <a:pt x="630174" y="392557"/>
                    <a:pt x="616585" y="425323"/>
                  </a:cubicBezTo>
                  <a:cubicBezTo>
                    <a:pt x="602996" y="458089"/>
                    <a:pt x="583692" y="487045"/>
                    <a:pt x="558673" y="512064"/>
                  </a:cubicBezTo>
                  <a:cubicBezTo>
                    <a:pt x="533654" y="537083"/>
                    <a:pt x="504698" y="556514"/>
                    <a:pt x="471932" y="569976"/>
                  </a:cubicBezTo>
                  <a:cubicBezTo>
                    <a:pt x="439166" y="583438"/>
                    <a:pt x="405003" y="590296"/>
                    <a:pt x="369570" y="590296"/>
                  </a:cubicBezTo>
                  <a:cubicBezTo>
                    <a:pt x="334137" y="590296"/>
                    <a:pt x="299974" y="583565"/>
                    <a:pt x="267208" y="569976"/>
                  </a:cubicBezTo>
                  <a:cubicBezTo>
                    <a:pt x="234442" y="556387"/>
                    <a:pt x="205486" y="537083"/>
                    <a:pt x="180467" y="512064"/>
                  </a:cubicBezTo>
                  <a:cubicBezTo>
                    <a:pt x="155448" y="487045"/>
                    <a:pt x="136144" y="458089"/>
                    <a:pt x="122555" y="425323"/>
                  </a:cubicBezTo>
                  <a:cubicBezTo>
                    <a:pt x="108966" y="392557"/>
                    <a:pt x="102235" y="358394"/>
                    <a:pt x="102235" y="322961"/>
                  </a:cubicBezTo>
                  <a:cubicBezTo>
                    <a:pt x="102235" y="287528"/>
                    <a:pt x="108966" y="253365"/>
                    <a:pt x="122555" y="220599"/>
                  </a:cubicBezTo>
                  <a:cubicBezTo>
                    <a:pt x="136144" y="187833"/>
                    <a:pt x="155448" y="158877"/>
                    <a:pt x="180467" y="133858"/>
                  </a:cubicBezTo>
                  <a:cubicBezTo>
                    <a:pt x="205486" y="108839"/>
                    <a:pt x="234442" y="89408"/>
                    <a:pt x="267208" y="75946"/>
                  </a:cubicBezTo>
                  <a:cubicBezTo>
                    <a:pt x="299974" y="62484"/>
                    <a:pt x="334010" y="55626"/>
                    <a:pt x="369570" y="55626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5167545" y="4265930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5274886" y="5362471"/>
            <a:ext cx="932528" cy="932528"/>
            <a:chOff x="0" y="0"/>
            <a:chExt cx="735584" cy="7355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9570" y="55372"/>
                  </a:moveTo>
                  <a:cubicBezTo>
                    <a:pt x="405003" y="55372"/>
                    <a:pt x="439166" y="62103"/>
                    <a:pt x="471932" y="75692"/>
                  </a:cubicBezTo>
                  <a:cubicBezTo>
                    <a:pt x="504698" y="89281"/>
                    <a:pt x="533654" y="108585"/>
                    <a:pt x="558673" y="133604"/>
                  </a:cubicBezTo>
                  <a:cubicBezTo>
                    <a:pt x="583692" y="158623"/>
                    <a:pt x="602996" y="187579"/>
                    <a:pt x="616585" y="220345"/>
                  </a:cubicBezTo>
                  <a:cubicBezTo>
                    <a:pt x="630174" y="253111"/>
                    <a:pt x="636905" y="287274"/>
                    <a:pt x="636905" y="322707"/>
                  </a:cubicBezTo>
                  <a:cubicBezTo>
                    <a:pt x="636905" y="358140"/>
                    <a:pt x="630174" y="392303"/>
                    <a:pt x="616585" y="425069"/>
                  </a:cubicBezTo>
                  <a:cubicBezTo>
                    <a:pt x="602996" y="457835"/>
                    <a:pt x="583692" y="486791"/>
                    <a:pt x="558673" y="511810"/>
                  </a:cubicBezTo>
                  <a:cubicBezTo>
                    <a:pt x="533654" y="536829"/>
                    <a:pt x="504698" y="556133"/>
                    <a:pt x="471932" y="569722"/>
                  </a:cubicBezTo>
                  <a:cubicBezTo>
                    <a:pt x="439166" y="583311"/>
                    <a:pt x="405003" y="590042"/>
                    <a:pt x="369570" y="590042"/>
                  </a:cubicBezTo>
                  <a:cubicBezTo>
                    <a:pt x="334137" y="590042"/>
                    <a:pt x="299974" y="583311"/>
                    <a:pt x="267208" y="569722"/>
                  </a:cubicBezTo>
                  <a:cubicBezTo>
                    <a:pt x="234442" y="556133"/>
                    <a:pt x="205486" y="536829"/>
                    <a:pt x="180467" y="511810"/>
                  </a:cubicBezTo>
                  <a:cubicBezTo>
                    <a:pt x="155448" y="486791"/>
                    <a:pt x="136144" y="457835"/>
                    <a:pt x="122555" y="425069"/>
                  </a:cubicBezTo>
                  <a:cubicBezTo>
                    <a:pt x="108966" y="392303"/>
                    <a:pt x="102235" y="358267"/>
                    <a:pt x="102235" y="322707"/>
                  </a:cubicBezTo>
                  <a:cubicBezTo>
                    <a:pt x="102235" y="287147"/>
                    <a:pt x="108966" y="253111"/>
                    <a:pt x="122555" y="220345"/>
                  </a:cubicBezTo>
                  <a:cubicBezTo>
                    <a:pt x="136144" y="187579"/>
                    <a:pt x="155448" y="158623"/>
                    <a:pt x="180467" y="133604"/>
                  </a:cubicBezTo>
                  <a:cubicBezTo>
                    <a:pt x="205486" y="108585"/>
                    <a:pt x="234442" y="89281"/>
                    <a:pt x="267208" y="75692"/>
                  </a:cubicBezTo>
                  <a:cubicBezTo>
                    <a:pt x="299974" y="62103"/>
                    <a:pt x="334010" y="55372"/>
                    <a:pt x="369570" y="55372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5167545" y="5255131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5274886" y="6351672"/>
            <a:ext cx="932528" cy="932528"/>
            <a:chOff x="0" y="0"/>
            <a:chExt cx="735584" cy="73558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9570" y="54991"/>
                  </a:moveTo>
                  <a:cubicBezTo>
                    <a:pt x="405003" y="54991"/>
                    <a:pt x="439166" y="61722"/>
                    <a:pt x="471932" y="75311"/>
                  </a:cubicBezTo>
                  <a:cubicBezTo>
                    <a:pt x="504698" y="88900"/>
                    <a:pt x="533654" y="108204"/>
                    <a:pt x="558673" y="133223"/>
                  </a:cubicBezTo>
                  <a:cubicBezTo>
                    <a:pt x="583692" y="158242"/>
                    <a:pt x="602996" y="187198"/>
                    <a:pt x="616585" y="219964"/>
                  </a:cubicBezTo>
                  <a:cubicBezTo>
                    <a:pt x="630174" y="252730"/>
                    <a:pt x="636905" y="286766"/>
                    <a:pt x="636905" y="322326"/>
                  </a:cubicBezTo>
                  <a:cubicBezTo>
                    <a:pt x="636905" y="357886"/>
                    <a:pt x="630174" y="391922"/>
                    <a:pt x="616585" y="424688"/>
                  </a:cubicBezTo>
                  <a:cubicBezTo>
                    <a:pt x="602996" y="457454"/>
                    <a:pt x="583692" y="486410"/>
                    <a:pt x="558673" y="511429"/>
                  </a:cubicBezTo>
                  <a:cubicBezTo>
                    <a:pt x="533654" y="536448"/>
                    <a:pt x="504698" y="555752"/>
                    <a:pt x="471932" y="569341"/>
                  </a:cubicBezTo>
                  <a:cubicBezTo>
                    <a:pt x="439166" y="582930"/>
                    <a:pt x="405003" y="589661"/>
                    <a:pt x="369570" y="589661"/>
                  </a:cubicBezTo>
                  <a:cubicBezTo>
                    <a:pt x="334137" y="589661"/>
                    <a:pt x="299974" y="582930"/>
                    <a:pt x="267208" y="569341"/>
                  </a:cubicBezTo>
                  <a:cubicBezTo>
                    <a:pt x="234442" y="555752"/>
                    <a:pt x="205486" y="536448"/>
                    <a:pt x="180467" y="511429"/>
                  </a:cubicBezTo>
                  <a:cubicBezTo>
                    <a:pt x="155448" y="486410"/>
                    <a:pt x="136144" y="457454"/>
                    <a:pt x="122555" y="424688"/>
                  </a:cubicBezTo>
                  <a:cubicBezTo>
                    <a:pt x="108966" y="391922"/>
                    <a:pt x="102235" y="357886"/>
                    <a:pt x="102235" y="322326"/>
                  </a:cubicBezTo>
                  <a:cubicBezTo>
                    <a:pt x="102235" y="286766"/>
                    <a:pt x="108966" y="252730"/>
                    <a:pt x="122555" y="219964"/>
                  </a:cubicBezTo>
                  <a:cubicBezTo>
                    <a:pt x="136144" y="187198"/>
                    <a:pt x="155448" y="158242"/>
                    <a:pt x="180467" y="133223"/>
                  </a:cubicBezTo>
                  <a:cubicBezTo>
                    <a:pt x="205486" y="108204"/>
                    <a:pt x="234442" y="88900"/>
                    <a:pt x="267208" y="75438"/>
                  </a:cubicBezTo>
                  <a:cubicBezTo>
                    <a:pt x="299974" y="61976"/>
                    <a:pt x="334010" y="55118"/>
                    <a:pt x="369570" y="55118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5167545" y="6244332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274886" y="7340874"/>
            <a:ext cx="932528" cy="932528"/>
            <a:chOff x="0" y="0"/>
            <a:chExt cx="735584" cy="7355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9570" y="54737"/>
                  </a:moveTo>
                  <a:cubicBezTo>
                    <a:pt x="405003" y="54737"/>
                    <a:pt x="439166" y="61468"/>
                    <a:pt x="471932" y="75057"/>
                  </a:cubicBezTo>
                  <a:cubicBezTo>
                    <a:pt x="504698" y="88646"/>
                    <a:pt x="533654" y="107950"/>
                    <a:pt x="558673" y="132969"/>
                  </a:cubicBezTo>
                  <a:cubicBezTo>
                    <a:pt x="583692" y="157988"/>
                    <a:pt x="602996" y="186944"/>
                    <a:pt x="616585" y="219710"/>
                  </a:cubicBezTo>
                  <a:cubicBezTo>
                    <a:pt x="630174" y="252476"/>
                    <a:pt x="636905" y="286512"/>
                    <a:pt x="636905" y="322072"/>
                  </a:cubicBezTo>
                  <a:cubicBezTo>
                    <a:pt x="636905" y="357632"/>
                    <a:pt x="630174" y="391668"/>
                    <a:pt x="616585" y="424434"/>
                  </a:cubicBezTo>
                  <a:cubicBezTo>
                    <a:pt x="602996" y="457200"/>
                    <a:pt x="583692" y="486156"/>
                    <a:pt x="558673" y="511175"/>
                  </a:cubicBezTo>
                  <a:cubicBezTo>
                    <a:pt x="533654" y="536194"/>
                    <a:pt x="504698" y="555498"/>
                    <a:pt x="471932" y="569087"/>
                  </a:cubicBezTo>
                  <a:cubicBezTo>
                    <a:pt x="439166" y="582676"/>
                    <a:pt x="405003" y="589407"/>
                    <a:pt x="369570" y="589407"/>
                  </a:cubicBezTo>
                  <a:cubicBezTo>
                    <a:pt x="334137" y="589407"/>
                    <a:pt x="299974" y="582676"/>
                    <a:pt x="267208" y="569087"/>
                  </a:cubicBezTo>
                  <a:cubicBezTo>
                    <a:pt x="234442" y="555498"/>
                    <a:pt x="205486" y="536194"/>
                    <a:pt x="180467" y="511175"/>
                  </a:cubicBezTo>
                  <a:cubicBezTo>
                    <a:pt x="155448" y="486156"/>
                    <a:pt x="136144" y="457200"/>
                    <a:pt x="122555" y="424434"/>
                  </a:cubicBezTo>
                  <a:cubicBezTo>
                    <a:pt x="108966" y="391668"/>
                    <a:pt x="102235" y="357505"/>
                    <a:pt x="102235" y="322072"/>
                  </a:cubicBezTo>
                  <a:cubicBezTo>
                    <a:pt x="102235" y="286639"/>
                    <a:pt x="108966" y="252476"/>
                    <a:pt x="122555" y="219710"/>
                  </a:cubicBezTo>
                  <a:cubicBezTo>
                    <a:pt x="136144" y="186944"/>
                    <a:pt x="155448" y="157988"/>
                    <a:pt x="180467" y="132969"/>
                  </a:cubicBezTo>
                  <a:cubicBezTo>
                    <a:pt x="205486" y="107950"/>
                    <a:pt x="234442" y="88646"/>
                    <a:pt x="267208" y="75057"/>
                  </a:cubicBezTo>
                  <a:cubicBezTo>
                    <a:pt x="299974" y="61468"/>
                    <a:pt x="334010" y="54737"/>
                    <a:pt x="369570" y="54737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5167545" y="7233533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4857567" y="9010150"/>
            <a:ext cx="1767167" cy="386407"/>
            <a:chOff x="0" y="0"/>
            <a:chExt cx="1393952" cy="304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93952" cy="304800"/>
            </a:xfrm>
            <a:custGeom>
              <a:avLst/>
              <a:gdLst/>
              <a:ahLst/>
              <a:cxnLst/>
              <a:rect r="r" b="b" t="t" l="l"/>
              <a:pathLst>
                <a:path h="304800" w="1393952">
                  <a:moveTo>
                    <a:pt x="1322705" y="30480"/>
                  </a:moveTo>
                  <a:cubicBezTo>
                    <a:pt x="1331976" y="30480"/>
                    <a:pt x="1339850" y="33782"/>
                    <a:pt x="1346327" y="40259"/>
                  </a:cubicBezTo>
                  <a:cubicBezTo>
                    <a:pt x="1352804" y="46736"/>
                    <a:pt x="1356106" y="54737"/>
                    <a:pt x="1356106" y="63881"/>
                  </a:cubicBezTo>
                  <a:lnTo>
                    <a:pt x="1356106" y="219837"/>
                  </a:lnTo>
                  <a:cubicBezTo>
                    <a:pt x="1356106" y="229108"/>
                    <a:pt x="1352804" y="236982"/>
                    <a:pt x="1346327" y="243459"/>
                  </a:cubicBezTo>
                  <a:cubicBezTo>
                    <a:pt x="1339850" y="249936"/>
                    <a:pt x="1331849" y="253238"/>
                    <a:pt x="1322705" y="253238"/>
                  </a:cubicBezTo>
                  <a:lnTo>
                    <a:pt x="74803" y="253238"/>
                  </a:lnTo>
                  <a:cubicBezTo>
                    <a:pt x="65532" y="253238"/>
                    <a:pt x="57658" y="249936"/>
                    <a:pt x="51181" y="243459"/>
                  </a:cubicBezTo>
                  <a:cubicBezTo>
                    <a:pt x="44704" y="236982"/>
                    <a:pt x="41402" y="229108"/>
                    <a:pt x="41402" y="219837"/>
                  </a:cubicBezTo>
                  <a:lnTo>
                    <a:pt x="41402" y="63881"/>
                  </a:lnTo>
                  <a:cubicBezTo>
                    <a:pt x="41402" y="54610"/>
                    <a:pt x="44704" y="46736"/>
                    <a:pt x="51181" y="40259"/>
                  </a:cubicBezTo>
                  <a:cubicBezTo>
                    <a:pt x="57658" y="33782"/>
                    <a:pt x="65532" y="30480"/>
                    <a:pt x="74803" y="30480"/>
                  </a:cubicBezTo>
                  <a:close/>
                  <a:moveTo>
                    <a:pt x="0" y="0"/>
                  </a:moveTo>
                  <a:lnTo>
                    <a:pt x="0" y="304800"/>
                  </a:lnTo>
                  <a:lnTo>
                    <a:pt x="1393952" y="304800"/>
                  </a:lnTo>
                  <a:lnTo>
                    <a:pt x="1393952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4750226" y="8902810"/>
            <a:ext cx="1981832" cy="601072"/>
          </a:xfrm>
          <a:custGeom>
            <a:avLst/>
            <a:gdLst/>
            <a:ahLst/>
            <a:cxnLst/>
            <a:rect r="r" b="b" t="t" l="l"/>
            <a:pathLst>
              <a:path h="601072" w="1981832">
                <a:moveTo>
                  <a:pt x="0" y="0"/>
                </a:moveTo>
                <a:lnTo>
                  <a:pt x="1981832" y="0"/>
                </a:lnTo>
                <a:lnTo>
                  <a:pt x="1981832" y="601071"/>
                </a:lnTo>
                <a:lnTo>
                  <a:pt x="0" y="601071"/>
                </a:lnTo>
                <a:lnTo>
                  <a:pt x="0" y="0"/>
                </a:lnTo>
                <a:close/>
              </a:path>
            </a:pathLst>
          </a:custGeom>
          <a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7974580" y="5857072"/>
            <a:ext cx="932528" cy="932528"/>
            <a:chOff x="0" y="0"/>
            <a:chExt cx="735584" cy="735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5584" cy="735584"/>
            </a:xfrm>
            <a:custGeom>
              <a:avLst/>
              <a:gdLst/>
              <a:ahLst/>
              <a:cxnLst/>
              <a:rect r="r" b="b" t="t" l="l"/>
              <a:pathLst>
                <a:path h="735584" w="735584">
                  <a:moveTo>
                    <a:pt x="368173" y="55245"/>
                  </a:moveTo>
                  <a:cubicBezTo>
                    <a:pt x="403606" y="55245"/>
                    <a:pt x="437769" y="61976"/>
                    <a:pt x="470535" y="75565"/>
                  </a:cubicBezTo>
                  <a:cubicBezTo>
                    <a:pt x="503301" y="89154"/>
                    <a:pt x="532257" y="108458"/>
                    <a:pt x="557276" y="133477"/>
                  </a:cubicBezTo>
                  <a:cubicBezTo>
                    <a:pt x="582295" y="158496"/>
                    <a:pt x="601599" y="187452"/>
                    <a:pt x="615188" y="220218"/>
                  </a:cubicBezTo>
                  <a:cubicBezTo>
                    <a:pt x="628777" y="252984"/>
                    <a:pt x="635508" y="287147"/>
                    <a:pt x="635508" y="322580"/>
                  </a:cubicBezTo>
                  <a:cubicBezTo>
                    <a:pt x="635508" y="358013"/>
                    <a:pt x="628777" y="392176"/>
                    <a:pt x="615188" y="424942"/>
                  </a:cubicBezTo>
                  <a:cubicBezTo>
                    <a:pt x="601599" y="457708"/>
                    <a:pt x="582295" y="486664"/>
                    <a:pt x="557276" y="511683"/>
                  </a:cubicBezTo>
                  <a:cubicBezTo>
                    <a:pt x="532257" y="536702"/>
                    <a:pt x="503301" y="556006"/>
                    <a:pt x="470535" y="569595"/>
                  </a:cubicBezTo>
                  <a:cubicBezTo>
                    <a:pt x="437769" y="583184"/>
                    <a:pt x="403733" y="589915"/>
                    <a:pt x="368173" y="589915"/>
                  </a:cubicBezTo>
                  <a:cubicBezTo>
                    <a:pt x="332613" y="589915"/>
                    <a:pt x="298577" y="583184"/>
                    <a:pt x="265811" y="569595"/>
                  </a:cubicBezTo>
                  <a:cubicBezTo>
                    <a:pt x="233045" y="556006"/>
                    <a:pt x="204089" y="536702"/>
                    <a:pt x="179070" y="511683"/>
                  </a:cubicBezTo>
                  <a:cubicBezTo>
                    <a:pt x="154051" y="486664"/>
                    <a:pt x="134747" y="457708"/>
                    <a:pt x="121158" y="424942"/>
                  </a:cubicBezTo>
                  <a:cubicBezTo>
                    <a:pt x="107569" y="392176"/>
                    <a:pt x="100838" y="358140"/>
                    <a:pt x="100838" y="322580"/>
                  </a:cubicBezTo>
                  <a:cubicBezTo>
                    <a:pt x="100838" y="287020"/>
                    <a:pt x="107569" y="252984"/>
                    <a:pt x="121158" y="220218"/>
                  </a:cubicBezTo>
                  <a:cubicBezTo>
                    <a:pt x="134747" y="187452"/>
                    <a:pt x="154051" y="158496"/>
                    <a:pt x="179070" y="133477"/>
                  </a:cubicBezTo>
                  <a:cubicBezTo>
                    <a:pt x="204089" y="108458"/>
                    <a:pt x="233045" y="89154"/>
                    <a:pt x="265811" y="75565"/>
                  </a:cubicBezTo>
                  <a:cubicBezTo>
                    <a:pt x="298577" y="61976"/>
                    <a:pt x="332740" y="55245"/>
                    <a:pt x="368173" y="55245"/>
                  </a:cubicBezTo>
                  <a:close/>
                  <a:moveTo>
                    <a:pt x="0" y="0"/>
                  </a:moveTo>
                  <a:lnTo>
                    <a:pt x="0" y="735584"/>
                  </a:lnTo>
                  <a:lnTo>
                    <a:pt x="735584" y="735584"/>
                  </a:lnTo>
                  <a:lnTo>
                    <a:pt x="735584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7867240" y="5749731"/>
            <a:ext cx="1147193" cy="1147193"/>
          </a:xfrm>
          <a:custGeom>
            <a:avLst/>
            <a:gdLst/>
            <a:ahLst/>
            <a:cxnLst/>
            <a:rect r="r" b="b" t="t" l="l"/>
            <a:pathLst>
              <a:path h="1147193" w="1147193">
                <a:moveTo>
                  <a:pt x="0" y="0"/>
                </a:moveTo>
                <a:lnTo>
                  <a:pt x="1147193" y="0"/>
                </a:lnTo>
                <a:lnTo>
                  <a:pt x="1147193" y="1147193"/>
                </a:lnTo>
                <a:lnTo>
                  <a:pt x="0" y="114719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8943173" y="5960114"/>
            <a:ext cx="1588743" cy="638859"/>
            <a:chOff x="0" y="0"/>
            <a:chExt cx="1253211" cy="5039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53236" cy="503936"/>
            </a:xfrm>
            <a:custGeom>
              <a:avLst/>
              <a:gdLst/>
              <a:ahLst/>
              <a:cxnLst/>
              <a:rect r="r" b="b" t="t" l="l"/>
              <a:pathLst>
                <a:path h="503936" w="1253236">
                  <a:moveTo>
                    <a:pt x="0" y="0"/>
                  </a:moveTo>
                  <a:lnTo>
                    <a:pt x="0" y="503936"/>
                  </a:lnTo>
                  <a:lnTo>
                    <a:pt x="1253236" y="503936"/>
                  </a:lnTo>
                  <a:lnTo>
                    <a:pt x="1253236" y="453009"/>
                  </a:lnTo>
                  <a:lnTo>
                    <a:pt x="72136" y="453009"/>
                  </a:lnTo>
                  <a:cubicBezTo>
                    <a:pt x="62865" y="453009"/>
                    <a:pt x="54991" y="449707"/>
                    <a:pt x="48514" y="443230"/>
                  </a:cubicBezTo>
                  <a:cubicBezTo>
                    <a:pt x="42037" y="436753"/>
                    <a:pt x="38735" y="428879"/>
                    <a:pt x="38735" y="419608"/>
                  </a:cubicBezTo>
                  <a:lnTo>
                    <a:pt x="38735" y="62992"/>
                  </a:lnTo>
                  <a:cubicBezTo>
                    <a:pt x="38735" y="53721"/>
                    <a:pt x="42037" y="45847"/>
                    <a:pt x="48514" y="39370"/>
                  </a:cubicBezTo>
                  <a:cubicBezTo>
                    <a:pt x="54991" y="32893"/>
                    <a:pt x="62865" y="29591"/>
                    <a:pt x="72136" y="29591"/>
                  </a:cubicBezTo>
                  <a:lnTo>
                    <a:pt x="1253236" y="29591"/>
                  </a:lnTo>
                  <a:lnTo>
                    <a:pt x="1253236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-2796" b="0"/>
              </a:stretch>
            </a:blip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8835833" y="5852773"/>
            <a:ext cx="1847877" cy="853524"/>
          </a:xfrm>
          <a:custGeom>
            <a:avLst/>
            <a:gdLst/>
            <a:ahLst/>
            <a:cxnLst/>
            <a:rect r="r" b="b" t="t" l="l"/>
            <a:pathLst>
              <a:path h="853524" w="1847877">
                <a:moveTo>
                  <a:pt x="0" y="0"/>
                </a:moveTo>
                <a:lnTo>
                  <a:pt x="1847877" y="0"/>
                </a:lnTo>
                <a:lnTo>
                  <a:pt x="1847877" y="853524"/>
                </a:lnTo>
                <a:lnTo>
                  <a:pt x="0" y="853524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890663" y="1750857"/>
            <a:ext cx="6527697" cy="5481823"/>
            <a:chOff x="0" y="0"/>
            <a:chExt cx="5149088" cy="4324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49088" cy="4324096"/>
            </a:xfrm>
            <a:custGeom>
              <a:avLst/>
              <a:gdLst/>
              <a:ahLst/>
              <a:cxnLst/>
              <a:rect r="r" b="b" t="t" l="l"/>
              <a:pathLst>
                <a:path h="4324096" w="5149088">
                  <a:moveTo>
                    <a:pt x="4909312" y="51816"/>
                  </a:moveTo>
                  <a:cubicBezTo>
                    <a:pt x="4931410" y="51816"/>
                    <a:pt x="4952746" y="56007"/>
                    <a:pt x="4973193" y="64516"/>
                  </a:cubicBezTo>
                  <a:cubicBezTo>
                    <a:pt x="4993640" y="73025"/>
                    <a:pt x="5011801" y="85090"/>
                    <a:pt x="5027422" y="100711"/>
                  </a:cubicBezTo>
                  <a:cubicBezTo>
                    <a:pt x="5043043" y="116332"/>
                    <a:pt x="5055108" y="134493"/>
                    <a:pt x="5063617" y="154940"/>
                  </a:cubicBezTo>
                  <a:cubicBezTo>
                    <a:pt x="5072126" y="175387"/>
                    <a:pt x="5076317" y="196723"/>
                    <a:pt x="5076317" y="218948"/>
                  </a:cubicBezTo>
                  <a:lnTo>
                    <a:pt x="5076317" y="4062984"/>
                  </a:lnTo>
                  <a:cubicBezTo>
                    <a:pt x="5076317" y="4085082"/>
                    <a:pt x="5072126" y="4106418"/>
                    <a:pt x="5063617" y="4126992"/>
                  </a:cubicBezTo>
                  <a:cubicBezTo>
                    <a:pt x="5055108" y="4147566"/>
                    <a:pt x="5043043" y="4165473"/>
                    <a:pt x="5027422" y="4181221"/>
                  </a:cubicBezTo>
                  <a:cubicBezTo>
                    <a:pt x="5011801" y="4196969"/>
                    <a:pt x="4993640" y="4209034"/>
                    <a:pt x="4973193" y="4217416"/>
                  </a:cubicBezTo>
                  <a:cubicBezTo>
                    <a:pt x="4952746" y="4225798"/>
                    <a:pt x="4931410" y="4230116"/>
                    <a:pt x="4909312" y="4230116"/>
                  </a:cubicBezTo>
                  <a:lnTo>
                    <a:pt x="240665" y="4230116"/>
                  </a:lnTo>
                  <a:cubicBezTo>
                    <a:pt x="218567" y="4230116"/>
                    <a:pt x="197231" y="4225925"/>
                    <a:pt x="176784" y="4217416"/>
                  </a:cubicBezTo>
                  <a:cubicBezTo>
                    <a:pt x="156337" y="4208907"/>
                    <a:pt x="138176" y="4196842"/>
                    <a:pt x="122555" y="4181221"/>
                  </a:cubicBezTo>
                  <a:cubicBezTo>
                    <a:pt x="106934" y="4165600"/>
                    <a:pt x="94869" y="4147439"/>
                    <a:pt x="86360" y="4126992"/>
                  </a:cubicBezTo>
                  <a:cubicBezTo>
                    <a:pt x="77851" y="4106545"/>
                    <a:pt x="73660" y="4085209"/>
                    <a:pt x="73660" y="4062984"/>
                  </a:cubicBezTo>
                  <a:lnTo>
                    <a:pt x="73660" y="218948"/>
                  </a:lnTo>
                  <a:cubicBezTo>
                    <a:pt x="73660" y="196850"/>
                    <a:pt x="77851" y="175514"/>
                    <a:pt x="86360" y="154940"/>
                  </a:cubicBezTo>
                  <a:cubicBezTo>
                    <a:pt x="94869" y="134366"/>
                    <a:pt x="106934" y="116459"/>
                    <a:pt x="122555" y="100711"/>
                  </a:cubicBezTo>
                  <a:cubicBezTo>
                    <a:pt x="138176" y="84963"/>
                    <a:pt x="156337" y="73025"/>
                    <a:pt x="176784" y="64516"/>
                  </a:cubicBezTo>
                  <a:cubicBezTo>
                    <a:pt x="197231" y="56007"/>
                    <a:pt x="218567" y="51816"/>
                    <a:pt x="240665" y="51816"/>
                  </a:cubicBezTo>
                  <a:close/>
                  <a:moveTo>
                    <a:pt x="0" y="0"/>
                  </a:moveTo>
                  <a:lnTo>
                    <a:pt x="0" y="4324096"/>
                  </a:lnTo>
                  <a:lnTo>
                    <a:pt x="5149088" y="4324096"/>
                  </a:lnTo>
                  <a:lnTo>
                    <a:pt x="5149088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783322" y="1643516"/>
            <a:ext cx="6742362" cy="8317742"/>
            <a:chOff x="0" y="0"/>
            <a:chExt cx="3988816" cy="492081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63500" y="63500"/>
              <a:ext cx="3861816" cy="3243076"/>
            </a:xfrm>
            <a:custGeom>
              <a:avLst/>
              <a:gdLst/>
              <a:ahLst/>
              <a:cxnLst/>
              <a:rect r="r" b="b" t="t" l="l"/>
              <a:pathLst>
                <a:path h="3243076" w="3861816">
                  <a:moveTo>
                    <a:pt x="0" y="0"/>
                  </a:moveTo>
                  <a:lnTo>
                    <a:pt x="3861816" y="0"/>
                  </a:lnTo>
                  <a:lnTo>
                    <a:pt x="3861816" y="3243076"/>
                  </a:lnTo>
                  <a:lnTo>
                    <a:pt x="0" y="324307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14554" y="98171"/>
              <a:ext cx="3760470" cy="3142111"/>
            </a:xfrm>
            <a:custGeom>
              <a:avLst/>
              <a:gdLst/>
              <a:ahLst/>
              <a:cxnLst/>
              <a:rect r="r" b="b" t="t" l="l"/>
              <a:pathLst>
                <a:path h="3142111" w="3760470">
                  <a:moveTo>
                    <a:pt x="0" y="3012571"/>
                  </a:moveTo>
                  <a:lnTo>
                    <a:pt x="0" y="129540"/>
                  </a:lnTo>
                  <a:cubicBezTo>
                    <a:pt x="0" y="121031"/>
                    <a:pt x="889" y="112649"/>
                    <a:pt x="2540" y="104267"/>
                  </a:cubicBezTo>
                  <a:cubicBezTo>
                    <a:pt x="4191" y="95885"/>
                    <a:pt x="6604" y="87884"/>
                    <a:pt x="9906" y="80010"/>
                  </a:cubicBezTo>
                  <a:cubicBezTo>
                    <a:pt x="13208" y="72136"/>
                    <a:pt x="17145" y="64643"/>
                    <a:pt x="21844" y="57658"/>
                  </a:cubicBezTo>
                  <a:cubicBezTo>
                    <a:pt x="26543" y="50673"/>
                    <a:pt x="31877" y="44069"/>
                    <a:pt x="37973" y="37973"/>
                  </a:cubicBezTo>
                  <a:cubicBezTo>
                    <a:pt x="44069" y="31877"/>
                    <a:pt x="50546" y="26543"/>
                    <a:pt x="57658" y="21844"/>
                  </a:cubicBezTo>
                  <a:cubicBezTo>
                    <a:pt x="64770" y="17145"/>
                    <a:pt x="72136" y="13081"/>
                    <a:pt x="80010" y="9906"/>
                  </a:cubicBezTo>
                  <a:cubicBezTo>
                    <a:pt x="87884" y="6731"/>
                    <a:pt x="96012" y="4191"/>
                    <a:pt x="104267" y="2540"/>
                  </a:cubicBezTo>
                  <a:cubicBezTo>
                    <a:pt x="112522" y="889"/>
                    <a:pt x="121031" y="0"/>
                    <a:pt x="129540" y="0"/>
                  </a:cubicBezTo>
                  <a:lnTo>
                    <a:pt x="3630930" y="0"/>
                  </a:lnTo>
                  <a:cubicBezTo>
                    <a:pt x="3639439" y="0"/>
                    <a:pt x="3647948" y="889"/>
                    <a:pt x="3656203" y="2540"/>
                  </a:cubicBezTo>
                  <a:cubicBezTo>
                    <a:pt x="3664458" y="4191"/>
                    <a:pt x="3672713" y="6604"/>
                    <a:pt x="3680460" y="9906"/>
                  </a:cubicBezTo>
                  <a:cubicBezTo>
                    <a:pt x="3688207" y="13208"/>
                    <a:pt x="3695827" y="17145"/>
                    <a:pt x="3702812" y="21844"/>
                  </a:cubicBezTo>
                  <a:cubicBezTo>
                    <a:pt x="3709797" y="26543"/>
                    <a:pt x="3716401" y="31877"/>
                    <a:pt x="3722497" y="37973"/>
                  </a:cubicBezTo>
                  <a:cubicBezTo>
                    <a:pt x="3728593" y="44069"/>
                    <a:pt x="3733800" y="50546"/>
                    <a:pt x="3738626" y="57658"/>
                  </a:cubicBezTo>
                  <a:cubicBezTo>
                    <a:pt x="3743452" y="64770"/>
                    <a:pt x="3747262" y="72136"/>
                    <a:pt x="3750564" y="80010"/>
                  </a:cubicBezTo>
                  <a:cubicBezTo>
                    <a:pt x="3753866" y="87884"/>
                    <a:pt x="3756279" y="96012"/>
                    <a:pt x="3757930" y="104267"/>
                  </a:cubicBezTo>
                  <a:cubicBezTo>
                    <a:pt x="3759581" y="112522"/>
                    <a:pt x="3760470" y="121031"/>
                    <a:pt x="3760470" y="129540"/>
                  </a:cubicBezTo>
                  <a:lnTo>
                    <a:pt x="3760470" y="3012571"/>
                  </a:lnTo>
                  <a:cubicBezTo>
                    <a:pt x="3760470" y="3021080"/>
                    <a:pt x="3759581" y="3029462"/>
                    <a:pt x="3757930" y="3037844"/>
                  </a:cubicBezTo>
                  <a:cubicBezTo>
                    <a:pt x="3756279" y="3046226"/>
                    <a:pt x="3753866" y="3054227"/>
                    <a:pt x="3750564" y="3062101"/>
                  </a:cubicBezTo>
                  <a:cubicBezTo>
                    <a:pt x="3747262" y="3069975"/>
                    <a:pt x="3743325" y="3077468"/>
                    <a:pt x="3738626" y="3084453"/>
                  </a:cubicBezTo>
                  <a:cubicBezTo>
                    <a:pt x="3733927" y="3091438"/>
                    <a:pt x="3728466" y="3098042"/>
                    <a:pt x="3722497" y="3104138"/>
                  </a:cubicBezTo>
                  <a:cubicBezTo>
                    <a:pt x="3716528" y="3110234"/>
                    <a:pt x="3709924" y="3115568"/>
                    <a:pt x="3702812" y="3120267"/>
                  </a:cubicBezTo>
                  <a:cubicBezTo>
                    <a:pt x="3695700" y="3124966"/>
                    <a:pt x="3688334" y="3129030"/>
                    <a:pt x="3680460" y="3132205"/>
                  </a:cubicBezTo>
                  <a:cubicBezTo>
                    <a:pt x="3672586" y="3135380"/>
                    <a:pt x="3664458" y="3137920"/>
                    <a:pt x="3656203" y="3139571"/>
                  </a:cubicBezTo>
                  <a:cubicBezTo>
                    <a:pt x="3647948" y="3141222"/>
                    <a:pt x="3639439" y="3142111"/>
                    <a:pt x="3630930" y="3142111"/>
                  </a:cubicBezTo>
                  <a:lnTo>
                    <a:pt x="129540" y="3142111"/>
                  </a:lnTo>
                  <a:cubicBezTo>
                    <a:pt x="121031" y="3142111"/>
                    <a:pt x="112649" y="3141222"/>
                    <a:pt x="104267" y="3139571"/>
                  </a:cubicBezTo>
                  <a:cubicBezTo>
                    <a:pt x="95885" y="3137920"/>
                    <a:pt x="87884" y="3135507"/>
                    <a:pt x="80010" y="3132205"/>
                  </a:cubicBezTo>
                  <a:cubicBezTo>
                    <a:pt x="72136" y="3128903"/>
                    <a:pt x="64643" y="3124966"/>
                    <a:pt x="57658" y="3120267"/>
                  </a:cubicBezTo>
                  <a:cubicBezTo>
                    <a:pt x="50673" y="3115568"/>
                    <a:pt x="44069" y="3110234"/>
                    <a:pt x="37973" y="3104138"/>
                  </a:cubicBezTo>
                  <a:cubicBezTo>
                    <a:pt x="31877" y="3098042"/>
                    <a:pt x="26543" y="3091565"/>
                    <a:pt x="21844" y="3084453"/>
                  </a:cubicBezTo>
                  <a:cubicBezTo>
                    <a:pt x="17145" y="3077341"/>
                    <a:pt x="13081" y="3069975"/>
                    <a:pt x="9906" y="3062101"/>
                  </a:cubicBezTo>
                  <a:cubicBezTo>
                    <a:pt x="6731" y="3054227"/>
                    <a:pt x="4191" y="3046099"/>
                    <a:pt x="2540" y="3037844"/>
                  </a:cubicBezTo>
                  <a:cubicBezTo>
                    <a:pt x="889" y="3029589"/>
                    <a:pt x="0" y="3021080"/>
                    <a:pt x="0" y="301257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10363" y="93980"/>
              <a:ext cx="3768852" cy="3150239"/>
            </a:xfrm>
            <a:custGeom>
              <a:avLst/>
              <a:gdLst/>
              <a:ahLst/>
              <a:cxnLst/>
              <a:rect r="r" b="b" t="t" l="l"/>
              <a:pathLst>
                <a:path h="3150239" w="3768852">
                  <a:moveTo>
                    <a:pt x="0" y="3016762"/>
                  </a:moveTo>
                  <a:lnTo>
                    <a:pt x="0" y="133731"/>
                  </a:lnTo>
                  <a:lnTo>
                    <a:pt x="4191" y="133731"/>
                  </a:lnTo>
                  <a:lnTo>
                    <a:pt x="0" y="133731"/>
                  </a:lnTo>
                  <a:cubicBezTo>
                    <a:pt x="0" y="124968"/>
                    <a:pt x="889" y="116205"/>
                    <a:pt x="2540" y="107696"/>
                  </a:cubicBezTo>
                  <a:lnTo>
                    <a:pt x="6604" y="108458"/>
                  </a:lnTo>
                  <a:lnTo>
                    <a:pt x="2540" y="107696"/>
                  </a:lnTo>
                  <a:cubicBezTo>
                    <a:pt x="4191" y="99060"/>
                    <a:pt x="6731" y="90678"/>
                    <a:pt x="10160" y="82550"/>
                  </a:cubicBezTo>
                  <a:lnTo>
                    <a:pt x="13970" y="84201"/>
                  </a:lnTo>
                  <a:lnTo>
                    <a:pt x="10160" y="82550"/>
                  </a:lnTo>
                  <a:cubicBezTo>
                    <a:pt x="13462" y="74422"/>
                    <a:pt x="17653" y="66675"/>
                    <a:pt x="22479" y="59436"/>
                  </a:cubicBezTo>
                  <a:cubicBezTo>
                    <a:pt x="27305" y="52070"/>
                    <a:pt x="32893" y="45339"/>
                    <a:pt x="39116" y="39116"/>
                  </a:cubicBezTo>
                  <a:lnTo>
                    <a:pt x="42037" y="42037"/>
                  </a:lnTo>
                  <a:lnTo>
                    <a:pt x="39116" y="39116"/>
                  </a:lnTo>
                  <a:cubicBezTo>
                    <a:pt x="45339" y="32893"/>
                    <a:pt x="52070" y="27305"/>
                    <a:pt x="59436" y="22479"/>
                  </a:cubicBezTo>
                  <a:cubicBezTo>
                    <a:pt x="66675" y="17653"/>
                    <a:pt x="74422" y="13462"/>
                    <a:pt x="82550" y="10160"/>
                  </a:cubicBezTo>
                  <a:lnTo>
                    <a:pt x="84201" y="13970"/>
                  </a:lnTo>
                  <a:lnTo>
                    <a:pt x="82550" y="10160"/>
                  </a:lnTo>
                  <a:cubicBezTo>
                    <a:pt x="90678" y="6858"/>
                    <a:pt x="99060" y="4318"/>
                    <a:pt x="107696" y="2540"/>
                  </a:cubicBezTo>
                  <a:lnTo>
                    <a:pt x="108458" y="6604"/>
                  </a:lnTo>
                  <a:lnTo>
                    <a:pt x="107696" y="2540"/>
                  </a:lnTo>
                  <a:cubicBezTo>
                    <a:pt x="116332" y="762"/>
                    <a:pt x="124968" y="0"/>
                    <a:pt x="133731" y="0"/>
                  </a:cubicBezTo>
                  <a:lnTo>
                    <a:pt x="133731" y="4191"/>
                  </a:lnTo>
                  <a:lnTo>
                    <a:pt x="133731" y="0"/>
                  </a:lnTo>
                  <a:lnTo>
                    <a:pt x="3635121" y="0"/>
                  </a:lnTo>
                  <a:lnTo>
                    <a:pt x="3635121" y="4191"/>
                  </a:lnTo>
                  <a:lnTo>
                    <a:pt x="3635121" y="0"/>
                  </a:lnTo>
                  <a:cubicBezTo>
                    <a:pt x="3643884" y="0"/>
                    <a:pt x="3652647" y="889"/>
                    <a:pt x="3661156" y="2540"/>
                  </a:cubicBezTo>
                  <a:lnTo>
                    <a:pt x="3660394" y="6604"/>
                  </a:lnTo>
                  <a:lnTo>
                    <a:pt x="3661156" y="2540"/>
                  </a:lnTo>
                  <a:cubicBezTo>
                    <a:pt x="3669792" y="4191"/>
                    <a:pt x="3678174" y="6731"/>
                    <a:pt x="3686302" y="10160"/>
                  </a:cubicBezTo>
                  <a:lnTo>
                    <a:pt x="3684651" y="13970"/>
                  </a:lnTo>
                  <a:lnTo>
                    <a:pt x="3686302" y="10160"/>
                  </a:lnTo>
                  <a:cubicBezTo>
                    <a:pt x="3694430" y="13462"/>
                    <a:pt x="3702177" y="17653"/>
                    <a:pt x="3709416" y="22479"/>
                  </a:cubicBezTo>
                  <a:lnTo>
                    <a:pt x="3707130" y="25908"/>
                  </a:lnTo>
                  <a:lnTo>
                    <a:pt x="3709416" y="22479"/>
                  </a:lnTo>
                  <a:cubicBezTo>
                    <a:pt x="3716782" y="27305"/>
                    <a:pt x="3723513" y="32893"/>
                    <a:pt x="3729736" y="39116"/>
                  </a:cubicBezTo>
                  <a:lnTo>
                    <a:pt x="3726815" y="42037"/>
                  </a:lnTo>
                  <a:lnTo>
                    <a:pt x="3729736" y="39116"/>
                  </a:lnTo>
                  <a:cubicBezTo>
                    <a:pt x="3735959" y="45339"/>
                    <a:pt x="3741420" y="52070"/>
                    <a:pt x="3746373" y="59309"/>
                  </a:cubicBezTo>
                  <a:cubicBezTo>
                    <a:pt x="3751199" y="66548"/>
                    <a:pt x="3755390" y="74295"/>
                    <a:pt x="3758692" y="82423"/>
                  </a:cubicBezTo>
                  <a:cubicBezTo>
                    <a:pt x="3762121" y="90551"/>
                    <a:pt x="3764534" y="98933"/>
                    <a:pt x="3766312" y="107442"/>
                  </a:cubicBezTo>
                  <a:lnTo>
                    <a:pt x="3762248" y="108204"/>
                  </a:lnTo>
                  <a:lnTo>
                    <a:pt x="3766312" y="107442"/>
                  </a:lnTo>
                  <a:cubicBezTo>
                    <a:pt x="3768090" y="116078"/>
                    <a:pt x="3768852" y="124714"/>
                    <a:pt x="3768852" y="133477"/>
                  </a:cubicBezTo>
                  <a:lnTo>
                    <a:pt x="3764661" y="133477"/>
                  </a:lnTo>
                  <a:lnTo>
                    <a:pt x="3768852" y="133477"/>
                  </a:lnTo>
                  <a:lnTo>
                    <a:pt x="3768852" y="3016762"/>
                  </a:lnTo>
                  <a:lnTo>
                    <a:pt x="3764661" y="3016762"/>
                  </a:lnTo>
                  <a:lnTo>
                    <a:pt x="3768852" y="3016762"/>
                  </a:lnTo>
                  <a:cubicBezTo>
                    <a:pt x="3768852" y="3025525"/>
                    <a:pt x="3767963" y="3034288"/>
                    <a:pt x="3766312" y="3042797"/>
                  </a:cubicBezTo>
                  <a:lnTo>
                    <a:pt x="3762248" y="3042035"/>
                  </a:lnTo>
                  <a:lnTo>
                    <a:pt x="3766312" y="3042797"/>
                  </a:lnTo>
                  <a:cubicBezTo>
                    <a:pt x="3764534" y="3051433"/>
                    <a:pt x="3762121" y="3059688"/>
                    <a:pt x="3758692" y="3067816"/>
                  </a:cubicBezTo>
                  <a:cubicBezTo>
                    <a:pt x="3755390" y="3075944"/>
                    <a:pt x="3751199" y="3083564"/>
                    <a:pt x="3746373" y="3090930"/>
                  </a:cubicBezTo>
                  <a:cubicBezTo>
                    <a:pt x="3741420" y="3098169"/>
                    <a:pt x="3735959" y="3105027"/>
                    <a:pt x="3729736" y="3111123"/>
                  </a:cubicBezTo>
                  <a:lnTo>
                    <a:pt x="3726815" y="3108202"/>
                  </a:lnTo>
                  <a:lnTo>
                    <a:pt x="3729736" y="3111123"/>
                  </a:lnTo>
                  <a:cubicBezTo>
                    <a:pt x="3723513" y="3117346"/>
                    <a:pt x="3716782" y="3122934"/>
                    <a:pt x="3709416" y="3127760"/>
                  </a:cubicBezTo>
                  <a:lnTo>
                    <a:pt x="3707130" y="3124331"/>
                  </a:lnTo>
                  <a:lnTo>
                    <a:pt x="3709416" y="3127760"/>
                  </a:lnTo>
                  <a:cubicBezTo>
                    <a:pt x="3702177" y="3132586"/>
                    <a:pt x="3694430" y="3136777"/>
                    <a:pt x="3686302" y="3140079"/>
                  </a:cubicBezTo>
                  <a:lnTo>
                    <a:pt x="3684651" y="3136269"/>
                  </a:lnTo>
                  <a:lnTo>
                    <a:pt x="3686302" y="3140079"/>
                  </a:lnTo>
                  <a:cubicBezTo>
                    <a:pt x="3678174" y="3143381"/>
                    <a:pt x="3669792" y="3145921"/>
                    <a:pt x="3661156" y="3147699"/>
                  </a:cubicBezTo>
                  <a:lnTo>
                    <a:pt x="3660394" y="3143635"/>
                  </a:lnTo>
                  <a:lnTo>
                    <a:pt x="3661156" y="3147699"/>
                  </a:lnTo>
                  <a:cubicBezTo>
                    <a:pt x="3652647" y="3149477"/>
                    <a:pt x="3643884" y="3150239"/>
                    <a:pt x="3635121" y="3150239"/>
                  </a:cubicBezTo>
                  <a:lnTo>
                    <a:pt x="3635121" y="3146048"/>
                  </a:lnTo>
                  <a:lnTo>
                    <a:pt x="3635121" y="3150239"/>
                  </a:lnTo>
                  <a:lnTo>
                    <a:pt x="133731" y="3150239"/>
                  </a:lnTo>
                  <a:lnTo>
                    <a:pt x="133731" y="3146048"/>
                  </a:lnTo>
                  <a:lnTo>
                    <a:pt x="133731" y="3150239"/>
                  </a:lnTo>
                  <a:cubicBezTo>
                    <a:pt x="124968" y="3150239"/>
                    <a:pt x="116205" y="3149350"/>
                    <a:pt x="107696" y="3147699"/>
                  </a:cubicBezTo>
                  <a:lnTo>
                    <a:pt x="108458" y="3143635"/>
                  </a:lnTo>
                  <a:lnTo>
                    <a:pt x="107696" y="3147699"/>
                  </a:lnTo>
                  <a:cubicBezTo>
                    <a:pt x="99060" y="3146048"/>
                    <a:pt x="90678" y="3143508"/>
                    <a:pt x="82550" y="3140079"/>
                  </a:cubicBezTo>
                  <a:lnTo>
                    <a:pt x="84201" y="3136269"/>
                  </a:lnTo>
                  <a:lnTo>
                    <a:pt x="82550" y="3140079"/>
                  </a:lnTo>
                  <a:cubicBezTo>
                    <a:pt x="74422" y="3136777"/>
                    <a:pt x="66675" y="3132586"/>
                    <a:pt x="59436" y="3127760"/>
                  </a:cubicBezTo>
                  <a:cubicBezTo>
                    <a:pt x="52070" y="3122934"/>
                    <a:pt x="45339" y="3117346"/>
                    <a:pt x="39116" y="3111123"/>
                  </a:cubicBezTo>
                  <a:lnTo>
                    <a:pt x="42037" y="3108202"/>
                  </a:lnTo>
                  <a:lnTo>
                    <a:pt x="39116" y="3111123"/>
                  </a:lnTo>
                  <a:cubicBezTo>
                    <a:pt x="32893" y="3104900"/>
                    <a:pt x="27305" y="3098169"/>
                    <a:pt x="22479" y="3090803"/>
                  </a:cubicBezTo>
                  <a:cubicBezTo>
                    <a:pt x="17653" y="3083564"/>
                    <a:pt x="13462" y="3075817"/>
                    <a:pt x="10160" y="3067689"/>
                  </a:cubicBezTo>
                  <a:lnTo>
                    <a:pt x="13970" y="3066038"/>
                  </a:lnTo>
                  <a:lnTo>
                    <a:pt x="10160" y="3067689"/>
                  </a:lnTo>
                  <a:cubicBezTo>
                    <a:pt x="6858" y="3059561"/>
                    <a:pt x="4318" y="3051179"/>
                    <a:pt x="2540" y="3042543"/>
                  </a:cubicBezTo>
                  <a:lnTo>
                    <a:pt x="6604" y="3041781"/>
                  </a:lnTo>
                  <a:lnTo>
                    <a:pt x="2540" y="3042543"/>
                  </a:lnTo>
                  <a:cubicBezTo>
                    <a:pt x="762" y="3033907"/>
                    <a:pt x="0" y="3025271"/>
                    <a:pt x="0" y="3016508"/>
                  </a:cubicBezTo>
                  <a:lnTo>
                    <a:pt x="4191" y="3016508"/>
                  </a:lnTo>
                  <a:lnTo>
                    <a:pt x="0" y="3016508"/>
                  </a:lnTo>
                  <a:moveTo>
                    <a:pt x="8382" y="3016508"/>
                  </a:moveTo>
                  <a:cubicBezTo>
                    <a:pt x="8382" y="3024763"/>
                    <a:pt x="9144" y="3032891"/>
                    <a:pt x="10795" y="3041019"/>
                  </a:cubicBezTo>
                  <a:cubicBezTo>
                    <a:pt x="12446" y="3049147"/>
                    <a:pt x="14732" y="3056894"/>
                    <a:pt x="17907" y="3064514"/>
                  </a:cubicBezTo>
                  <a:cubicBezTo>
                    <a:pt x="21082" y="3072134"/>
                    <a:pt x="24892" y="3079373"/>
                    <a:pt x="29464" y="3086231"/>
                  </a:cubicBezTo>
                  <a:lnTo>
                    <a:pt x="26035" y="3088517"/>
                  </a:lnTo>
                  <a:lnTo>
                    <a:pt x="29464" y="3086231"/>
                  </a:lnTo>
                  <a:cubicBezTo>
                    <a:pt x="34036" y="3093089"/>
                    <a:pt x="39243" y="3099439"/>
                    <a:pt x="45085" y="3105281"/>
                  </a:cubicBezTo>
                  <a:cubicBezTo>
                    <a:pt x="50927" y="3111123"/>
                    <a:pt x="57277" y="3116330"/>
                    <a:pt x="64135" y="3120902"/>
                  </a:cubicBezTo>
                  <a:lnTo>
                    <a:pt x="61849" y="3124331"/>
                  </a:lnTo>
                  <a:lnTo>
                    <a:pt x="64135" y="3120902"/>
                  </a:lnTo>
                  <a:cubicBezTo>
                    <a:pt x="70993" y="3125474"/>
                    <a:pt x="78232" y="3129284"/>
                    <a:pt x="85852" y="3132459"/>
                  </a:cubicBezTo>
                  <a:cubicBezTo>
                    <a:pt x="93472" y="3135634"/>
                    <a:pt x="101346" y="3138047"/>
                    <a:pt x="109347" y="3139571"/>
                  </a:cubicBezTo>
                  <a:cubicBezTo>
                    <a:pt x="117475" y="3141222"/>
                    <a:pt x="125603" y="3141984"/>
                    <a:pt x="133858" y="3141984"/>
                  </a:cubicBezTo>
                  <a:lnTo>
                    <a:pt x="3635121" y="3141984"/>
                  </a:lnTo>
                  <a:cubicBezTo>
                    <a:pt x="3643376" y="3141984"/>
                    <a:pt x="3651504" y="3141222"/>
                    <a:pt x="3659505" y="3139571"/>
                  </a:cubicBezTo>
                  <a:cubicBezTo>
                    <a:pt x="3667633" y="3137920"/>
                    <a:pt x="3675380" y="3135634"/>
                    <a:pt x="3683000" y="3132459"/>
                  </a:cubicBezTo>
                  <a:cubicBezTo>
                    <a:pt x="3690620" y="3129284"/>
                    <a:pt x="3697859" y="3125474"/>
                    <a:pt x="3704717" y="3120902"/>
                  </a:cubicBezTo>
                  <a:cubicBezTo>
                    <a:pt x="3711575" y="3116330"/>
                    <a:pt x="3717925" y="3111123"/>
                    <a:pt x="3723767" y="3105281"/>
                  </a:cubicBezTo>
                  <a:cubicBezTo>
                    <a:pt x="3729609" y="3099439"/>
                    <a:pt x="3734816" y="3093089"/>
                    <a:pt x="3739388" y="3086231"/>
                  </a:cubicBezTo>
                  <a:lnTo>
                    <a:pt x="3742817" y="3088517"/>
                  </a:lnTo>
                  <a:lnTo>
                    <a:pt x="3739388" y="3086231"/>
                  </a:lnTo>
                  <a:cubicBezTo>
                    <a:pt x="3743960" y="3079373"/>
                    <a:pt x="3747770" y="3072134"/>
                    <a:pt x="3750945" y="3064514"/>
                  </a:cubicBezTo>
                  <a:lnTo>
                    <a:pt x="3754755" y="3066165"/>
                  </a:lnTo>
                  <a:lnTo>
                    <a:pt x="3750945" y="3064514"/>
                  </a:lnTo>
                  <a:cubicBezTo>
                    <a:pt x="3754120" y="3056894"/>
                    <a:pt x="3756406" y="3049020"/>
                    <a:pt x="3758057" y="3041019"/>
                  </a:cubicBezTo>
                  <a:cubicBezTo>
                    <a:pt x="3759708" y="3032891"/>
                    <a:pt x="3760470" y="3024763"/>
                    <a:pt x="3760470" y="3016508"/>
                  </a:cubicBezTo>
                  <a:lnTo>
                    <a:pt x="3760470" y="133731"/>
                  </a:lnTo>
                  <a:cubicBezTo>
                    <a:pt x="3760470" y="125476"/>
                    <a:pt x="3759708" y="117348"/>
                    <a:pt x="3758057" y="109220"/>
                  </a:cubicBezTo>
                  <a:cubicBezTo>
                    <a:pt x="3756406" y="101092"/>
                    <a:pt x="3754120" y="93345"/>
                    <a:pt x="3750945" y="85725"/>
                  </a:cubicBezTo>
                  <a:lnTo>
                    <a:pt x="3754755" y="84074"/>
                  </a:lnTo>
                  <a:lnTo>
                    <a:pt x="3750945" y="85725"/>
                  </a:lnTo>
                  <a:cubicBezTo>
                    <a:pt x="3747770" y="78105"/>
                    <a:pt x="3743960" y="70866"/>
                    <a:pt x="3739388" y="64008"/>
                  </a:cubicBezTo>
                  <a:lnTo>
                    <a:pt x="3742817" y="61722"/>
                  </a:lnTo>
                  <a:lnTo>
                    <a:pt x="3739388" y="64008"/>
                  </a:lnTo>
                  <a:cubicBezTo>
                    <a:pt x="3734816" y="57150"/>
                    <a:pt x="3729609" y="50800"/>
                    <a:pt x="3723767" y="44958"/>
                  </a:cubicBezTo>
                  <a:cubicBezTo>
                    <a:pt x="3717925" y="39116"/>
                    <a:pt x="3711575" y="33909"/>
                    <a:pt x="3704717" y="29337"/>
                  </a:cubicBezTo>
                  <a:cubicBezTo>
                    <a:pt x="3697986" y="24765"/>
                    <a:pt x="3690620" y="20955"/>
                    <a:pt x="3683000" y="17780"/>
                  </a:cubicBezTo>
                  <a:cubicBezTo>
                    <a:pt x="3675380" y="14605"/>
                    <a:pt x="3667506" y="12192"/>
                    <a:pt x="3659505" y="10668"/>
                  </a:cubicBezTo>
                  <a:cubicBezTo>
                    <a:pt x="3651504" y="9017"/>
                    <a:pt x="3643376" y="8255"/>
                    <a:pt x="3635121" y="8255"/>
                  </a:cubicBezTo>
                  <a:lnTo>
                    <a:pt x="133731" y="8255"/>
                  </a:lnTo>
                  <a:cubicBezTo>
                    <a:pt x="125476" y="8255"/>
                    <a:pt x="117348" y="9017"/>
                    <a:pt x="109220" y="10668"/>
                  </a:cubicBezTo>
                  <a:cubicBezTo>
                    <a:pt x="101092" y="12319"/>
                    <a:pt x="93345" y="14605"/>
                    <a:pt x="85725" y="17780"/>
                  </a:cubicBezTo>
                  <a:cubicBezTo>
                    <a:pt x="78105" y="20955"/>
                    <a:pt x="70866" y="24765"/>
                    <a:pt x="64008" y="29337"/>
                  </a:cubicBezTo>
                  <a:lnTo>
                    <a:pt x="61722" y="25908"/>
                  </a:lnTo>
                  <a:lnTo>
                    <a:pt x="64008" y="29337"/>
                  </a:lnTo>
                  <a:cubicBezTo>
                    <a:pt x="57150" y="33909"/>
                    <a:pt x="50800" y="39116"/>
                    <a:pt x="44958" y="44958"/>
                  </a:cubicBezTo>
                  <a:cubicBezTo>
                    <a:pt x="39116" y="50800"/>
                    <a:pt x="33909" y="57150"/>
                    <a:pt x="29337" y="64008"/>
                  </a:cubicBezTo>
                  <a:lnTo>
                    <a:pt x="25908" y="61722"/>
                  </a:lnTo>
                  <a:lnTo>
                    <a:pt x="29337" y="64008"/>
                  </a:lnTo>
                  <a:cubicBezTo>
                    <a:pt x="24765" y="70866"/>
                    <a:pt x="20955" y="78105"/>
                    <a:pt x="17780" y="85725"/>
                  </a:cubicBezTo>
                  <a:cubicBezTo>
                    <a:pt x="14605" y="93345"/>
                    <a:pt x="12192" y="101219"/>
                    <a:pt x="10668" y="109220"/>
                  </a:cubicBezTo>
                  <a:cubicBezTo>
                    <a:pt x="9017" y="117348"/>
                    <a:pt x="8255" y="125476"/>
                    <a:pt x="8255" y="133731"/>
                  </a:cubicBezTo>
                  <a:lnTo>
                    <a:pt x="8255" y="3016762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319278" y="645542"/>
              <a:ext cx="334264" cy="334264"/>
            </a:xfrm>
            <a:custGeom>
              <a:avLst/>
              <a:gdLst/>
              <a:ahLst/>
              <a:cxnLst/>
              <a:rect r="r" b="b" t="t" l="l"/>
              <a:pathLst>
                <a:path h="334264" w="334264">
                  <a:moveTo>
                    <a:pt x="0" y="250698"/>
                  </a:moveTo>
                  <a:lnTo>
                    <a:pt x="0" y="83566"/>
                  </a:lnTo>
                  <a:cubicBezTo>
                    <a:pt x="0" y="78105"/>
                    <a:pt x="508" y="72644"/>
                    <a:pt x="1651" y="67310"/>
                  </a:cubicBezTo>
                  <a:cubicBezTo>
                    <a:pt x="2794" y="61976"/>
                    <a:pt x="4318" y="56642"/>
                    <a:pt x="6350" y="51689"/>
                  </a:cubicBezTo>
                  <a:cubicBezTo>
                    <a:pt x="8382" y="46736"/>
                    <a:pt x="11049" y="41783"/>
                    <a:pt x="14097" y="37211"/>
                  </a:cubicBezTo>
                  <a:cubicBezTo>
                    <a:pt x="17145" y="32639"/>
                    <a:pt x="20574" y="28448"/>
                    <a:pt x="24511" y="24511"/>
                  </a:cubicBezTo>
                  <a:cubicBezTo>
                    <a:pt x="28448" y="20574"/>
                    <a:pt x="32639" y="17145"/>
                    <a:pt x="37211" y="14097"/>
                  </a:cubicBezTo>
                  <a:cubicBezTo>
                    <a:pt x="41783" y="11049"/>
                    <a:pt x="46609" y="8509"/>
                    <a:pt x="51689" y="6350"/>
                  </a:cubicBezTo>
                  <a:cubicBezTo>
                    <a:pt x="56769" y="4191"/>
                    <a:pt x="61976" y="2667"/>
                    <a:pt x="67310" y="1651"/>
                  </a:cubicBezTo>
                  <a:cubicBezTo>
                    <a:pt x="72644" y="635"/>
                    <a:pt x="78105" y="0"/>
                    <a:pt x="83566" y="0"/>
                  </a:cubicBezTo>
                  <a:lnTo>
                    <a:pt x="250698" y="0"/>
                  </a:lnTo>
                  <a:cubicBezTo>
                    <a:pt x="256159" y="0"/>
                    <a:pt x="261620" y="508"/>
                    <a:pt x="266954" y="1651"/>
                  </a:cubicBezTo>
                  <a:cubicBezTo>
                    <a:pt x="272288" y="2794"/>
                    <a:pt x="277495" y="4318"/>
                    <a:pt x="282575" y="6350"/>
                  </a:cubicBezTo>
                  <a:cubicBezTo>
                    <a:pt x="287655" y="8382"/>
                    <a:pt x="292481" y="11049"/>
                    <a:pt x="297053" y="14097"/>
                  </a:cubicBezTo>
                  <a:cubicBezTo>
                    <a:pt x="301625" y="17145"/>
                    <a:pt x="305816" y="20574"/>
                    <a:pt x="309753" y="24511"/>
                  </a:cubicBezTo>
                  <a:cubicBezTo>
                    <a:pt x="313690" y="28448"/>
                    <a:pt x="317119" y="32639"/>
                    <a:pt x="320167" y="37211"/>
                  </a:cubicBezTo>
                  <a:cubicBezTo>
                    <a:pt x="323215" y="41783"/>
                    <a:pt x="325755" y="46609"/>
                    <a:pt x="327914" y="51689"/>
                  </a:cubicBezTo>
                  <a:cubicBezTo>
                    <a:pt x="330073" y="56769"/>
                    <a:pt x="331597" y="61976"/>
                    <a:pt x="332613" y="67310"/>
                  </a:cubicBezTo>
                  <a:cubicBezTo>
                    <a:pt x="333629" y="72644"/>
                    <a:pt x="334264" y="78105"/>
                    <a:pt x="334264" y="83566"/>
                  </a:cubicBezTo>
                  <a:lnTo>
                    <a:pt x="334264" y="250698"/>
                  </a:lnTo>
                  <a:cubicBezTo>
                    <a:pt x="334264" y="256159"/>
                    <a:pt x="333756" y="261620"/>
                    <a:pt x="332613" y="266954"/>
                  </a:cubicBezTo>
                  <a:cubicBezTo>
                    <a:pt x="331470" y="272288"/>
                    <a:pt x="329946" y="277495"/>
                    <a:pt x="327914" y="282575"/>
                  </a:cubicBezTo>
                  <a:cubicBezTo>
                    <a:pt x="325882" y="287655"/>
                    <a:pt x="323215" y="292481"/>
                    <a:pt x="320167" y="297053"/>
                  </a:cubicBezTo>
                  <a:cubicBezTo>
                    <a:pt x="317119" y="301625"/>
                    <a:pt x="313690" y="305816"/>
                    <a:pt x="309753" y="309753"/>
                  </a:cubicBezTo>
                  <a:cubicBezTo>
                    <a:pt x="305816" y="313690"/>
                    <a:pt x="301625" y="317119"/>
                    <a:pt x="297053" y="320167"/>
                  </a:cubicBezTo>
                  <a:cubicBezTo>
                    <a:pt x="292481" y="323215"/>
                    <a:pt x="287655" y="325755"/>
                    <a:pt x="282575" y="327914"/>
                  </a:cubicBezTo>
                  <a:cubicBezTo>
                    <a:pt x="277495" y="330073"/>
                    <a:pt x="272288" y="331597"/>
                    <a:pt x="266954" y="332613"/>
                  </a:cubicBezTo>
                  <a:cubicBezTo>
                    <a:pt x="261620" y="333629"/>
                    <a:pt x="256159" y="334264"/>
                    <a:pt x="250698" y="334264"/>
                  </a:cubicBezTo>
                  <a:lnTo>
                    <a:pt x="83566" y="334264"/>
                  </a:lnTo>
                  <a:cubicBezTo>
                    <a:pt x="78105" y="334264"/>
                    <a:pt x="72644" y="333756"/>
                    <a:pt x="67310" y="332613"/>
                  </a:cubicBezTo>
                  <a:cubicBezTo>
                    <a:pt x="61976" y="331470"/>
                    <a:pt x="56769" y="329946"/>
                    <a:pt x="51689" y="327914"/>
                  </a:cubicBezTo>
                  <a:cubicBezTo>
                    <a:pt x="46609" y="325882"/>
                    <a:pt x="41783" y="323215"/>
                    <a:pt x="37211" y="320167"/>
                  </a:cubicBezTo>
                  <a:cubicBezTo>
                    <a:pt x="32639" y="317119"/>
                    <a:pt x="28448" y="313690"/>
                    <a:pt x="24511" y="309753"/>
                  </a:cubicBezTo>
                  <a:cubicBezTo>
                    <a:pt x="20574" y="305816"/>
                    <a:pt x="17145" y="301625"/>
                    <a:pt x="14097" y="297053"/>
                  </a:cubicBezTo>
                  <a:cubicBezTo>
                    <a:pt x="11049" y="292481"/>
                    <a:pt x="8509" y="287655"/>
                    <a:pt x="6350" y="282575"/>
                  </a:cubicBezTo>
                  <a:cubicBezTo>
                    <a:pt x="4191" y="277495"/>
                    <a:pt x="2667" y="272288"/>
                    <a:pt x="1651" y="266954"/>
                  </a:cubicBezTo>
                  <a:cubicBezTo>
                    <a:pt x="635" y="261620"/>
                    <a:pt x="0" y="256159"/>
                    <a:pt x="0" y="250698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319278" y="1289052"/>
              <a:ext cx="334264" cy="334264"/>
            </a:xfrm>
            <a:custGeom>
              <a:avLst/>
              <a:gdLst/>
              <a:ahLst/>
              <a:cxnLst/>
              <a:rect r="r" b="b" t="t" l="l"/>
              <a:pathLst>
                <a:path h="334264" w="334264">
                  <a:moveTo>
                    <a:pt x="0" y="250698"/>
                  </a:moveTo>
                  <a:lnTo>
                    <a:pt x="0" y="83566"/>
                  </a:lnTo>
                  <a:cubicBezTo>
                    <a:pt x="0" y="78105"/>
                    <a:pt x="508" y="72644"/>
                    <a:pt x="1651" y="67310"/>
                  </a:cubicBezTo>
                  <a:cubicBezTo>
                    <a:pt x="2794" y="61976"/>
                    <a:pt x="4318" y="56642"/>
                    <a:pt x="6350" y="51689"/>
                  </a:cubicBezTo>
                  <a:cubicBezTo>
                    <a:pt x="8382" y="46736"/>
                    <a:pt x="11049" y="41783"/>
                    <a:pt x="14097" y="37211"/>
                  </a:cubicBezTo>
                  <a:cubicBezTo>
                    <a:pt x="17145" y="32639"/>
                    <a:pt x="20574" y="28448"/>
                    <a:pt x="24511" y="24511"/>
                  </a:cubicBezTo>
                  <a:cubicBezTo>
                    <a:pt x="28448" y="20574"/>
                    <a:pt x="32639" y="17145"/>
                    <a:pt x="37211" y="14097"/>
                  </a:cubicBezTo>
                  <a:cubicBezTo>
                    <a:pt x="41783" y="11049"/>
                    <a:pt x="46609" y="8509"/>
                    <a:pt x="51689" y="6350"/>
                  </a:cubicBezTo>
                  <a:cubicBezTo>
                    <a:pt x="56769" y="4191"/>
                    <a:pt x="61976" y="2667"/>
                    <a:pt x="67310" y="1651"/>
                  </a:cubicBezTo>
                  <a:cubicBezTo>
                    <a:pt x="72644" y="635"/>
                    <a:pt x="78105" y="0"/>
                    <a:pt x="83566" y="0"/>
                  </a:cubicBezTo>
                  <a:lnTo>
                    <a:pt x="250698" y="0"/>
                  </a:lnTo>
                  <a:cubicBezTo>
                    <a:pt x="256159" y="0"/>
                    <a:pt x="261620" y="508"/>
                    <a:pt x="266954" y="1651"/>
                  </a:cubicBezTo>
                  <a:cubicBezTo>
                    <a:pt x="272288" y="2794"/>
                    <a:pt x="277495" y="4318"/>
                    <a:pt x="282575" y="6350"/>
                  </a:cubicBezTo>
                  <a:cubicBezTo>
                    <a:pt x="287655" y="8382"/>
                    <a:pt x="292481" y="11049"/>
                    <a:pt x="297053" y="14097"/>
                  </a:cubicBezTo>
                  <a:cubicBezTo>
                    <a:pt x="301625" y="17145"/>
                    <a:pt x="305816" y="20574"/>
                    <a:pt x="309753" y="24511"/>
                  </a:cubicBezTo>
                  <a:cubicBezTo>
                    <a:pt x="313690" y="28448"/>
                    <a:pt x="317119" y="32639"/>
                    <a:pt x="320167" y="37211"/>
                  </a:cubicBezTo>
                  <a:cubicBezTo>
                    <a:pt x="323215" y="41783"/>
                    <a:pt x="325755" y="46609"/>
                    <a:pt x="327914" y="51689"/>
                  </a:cubicBezTo>
                  <a:cubicBezTo>
                    <a:pt x="330073" y="56769"/>
                    <a:pt x="331597" y="61976"/>
                    <a:pt x="332613" y="67310"/>
                  </a:cubicBezTo>
                  <a:cubicBezTo>
                    <a:pt x="333629" y="72644"/>
                    <a:pt x="334264" y="78105"/>
                    <a:pt x="334264" y="83566"/>
                  </a:cubicBezTo>
                  <a:lnTo>
                    <a:pt x="334264" y="250698"/>
                  </a:lnTo>
                  <a:cubicBezTo>
                    <a:pt x="334264" y="256159"/>
                    <a:pt x="333756" y="261620"/>
                    <a:pt x="332613" y="266954"/>
                  </a:cubicBezTo>
                  <a:cubicBezTo>
                    <a:pt x="331470" y="272288"/>
                    <a:pt x="329946" y="277622"/>
                    <a:pt x="327914" y="282575"/>
                  </a:cubicBezTo>
                  <a:cubicBezTo>
                    <a:pt x="325882" y="287528"/>
                    <a:pt x="323215" y="292481"/>
                    <a:pt x="320167" y="297053"/>
                  </a:cubicBezTo>
                  <a:cubicBezTo>
                    <a:pt x="317119" y="301625"/>
                    <a:pt x="313690" y="305816"/>
                    <a:pt x="309753" y="309753"/>
                  </a:cubicBezTo>
                  <a:cubicBezTo>
                    <a:pt x="305816" y="313690"/>
                    <a:pt x="301625" y="317119"/>
                    <a:pt x="297053" y="320167"/>
                  </a:cubicBezTo>
                  <a:cubicBezTo>
                    <a:pt x="292481" y="323215"/>
                    <a:pt x="287655" y="325755"/>
                    <a:pt x="282575" y="327914"/>
                  </a:cubicBezTo>
                  <a:cubicBezTo>
                    <a:pt x="277495" y="330073"/>
                    <a:pt x="272288" y="331597"/>
                    <a:pt x="266954" y="332613"/>
                  </a:cubicBezTo>
                  <a:cubicBezTo>
                    <a:pt x="261620" y="333629"/>
                    <a:pt x="256159" y="334264"/>
                    <a:pt x="250698" y="334264"/>
                  </a:cubicBezTo>
                  <a:lnTo>
                    <a:pt x="83566" y="334264"/>
                  </a:lnTo>
                  <a:cubicBezTo>
                    <a:pt x="78105" y="334264"/>
                    <a:pt x="72644" y="333756"/>
                    <a:pt x="67310" y="332613"/>
                  </a:cubicBezTo>
                  <a:cubicBezTo>
                    <a:pt x="61976" y="331470"/>
                    <a:pt x="56769" y="329946"/>
                    <a:pt x="51689" y="327914"/>
                  </a:cubicBezTo>
                  <a:cubicBezTo>
                    <a:pt x="46609" y="325882"/>
                    <a:pt x="41783" y="323215"/>
                    <a:pt x="37211" y="320167"/>
                  </a:cubicBezTo>
                  <a:cubicBezTo>
                    <a:pt x="32639" y="317119"/>
                    <a:pt x="28448" y="313690"/>
                    <a:pt x="24511" y="309753"/>
                  </a:cubicBezTo>
                  <a:cubicBezTo>
                    <a:pt x="20574" y="305816"/>
                    <a:pt x="17145" y="301625"/>
                    <a:pt x="14097" y="297053"/>
                  </a:cubicBezTo>
                  <a:cubicBezTo>
                    <a:pt x="11049" y="292481"/>
                    <a:pt x="8509" y="287655"/>
                    <a:pt x="6350" y="282575"/>
                  </a:cubicBezTo>
                  <a:cubicBezTo>
                    <a:pt x="4191" y="277495"/>
                    <a:pt x="2667" y="272288"/>
                    <a:pt x="1651" y="266954"/>
                  </a:cubicBezTo>
                  <a:cubicBezTo>
                    <a:pt x="635" y="261620"/>
                    <a:pt x="0" y="256159"/>
                    <a:pt x="0" y="250698"/>
                  </a:cubicBezTo>
                  <a:close/>
                </a:path>
              </a:pathLst>
            </a:custGeom>
            <a:solidFill>
              <a:srgbClr val="FEF3C7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19278" y="1924053"/>
              <a:ext cx="334264" cy="334264"/>
            </a:xfrm>
            <a:custGeom>
              <a:avLst/>
              <a:gdLst/>
              <a:ahLst/>
              <a:cxnLst/>
              <a:rect r="r" b="b" t="t" l="l"/>
              <a:pathLst>
                <a:path h="334264" w="334264">
                  <a:moveTo>
                    <a:pt x="0" y="250698"/>
                  </a:moveTo>
                  <a:lnTo>
                    <a:pt x="0" y="83566"/>
                  </a:lnTo>
                  <a:cubicBezTo>
                    <a:pt x="0" y="78105"/>
                    <a:pt x="508" y="72644"/>
                    <a:pt x="1651" y="67310"/>
                  </a:cubicBezTo>
                  <a:cubicBezTo>
                    <a:pt x="2794" y="61976"/>
                    <a:pt x="4318" y="56642"/>
                    <a:pt x="6350" y="51689"/>
                  </a:cubicBezTo>
                  <a:cubicBezTo>
                    <a:pt x="8382" y="46736"/>
                    <a:pt x="11049" y="41783"/>
                    <a:pt x="14097" y="37211"/>
                  </a:cubicBezTo>
                  <a:cubicBezTo>
                    <a:pt x="17145" y="32639"/>
                    <a:pt x="20574" y="28448"/>
                    <a:pt x="24511" y="24511"/>
                  </a:cubicBezTo>
                  <a:cubicBezTo>
                    <a:pt x="28448" y="20573"/>
                    <a:pt x="32639" y="17145"/>
                    <a:pt x="37211" y="14097"/>
                  </a:cubicBezTo>
                  <a:cubicBezTo>
                    <a:pt x="41783" y="11048"/>
                    <a:pt x="46609" y="8508"/>
                    <a:pt x="51689" y="6350"/>
                  </a:cubicBezTo>
                  <a:cubicBezTo>
                    <a:pt x="56769" y="4191"/>
                    <a:pt x="61976" y="2667"/>
                    <a:pt x="67310" y="1651"/>
                  </a:cubicBezTo>
                  <a:cubicBezTo>
                    <a:pt x="72644" y="635"/>
                    <a:pt x="78105" y="0"/>
                    <a:pt x="83566" y="0"/>
                  </a:cubicBezTo>
                  <a:lnTo>
                    <a:pt x="250698" y="0"/>
                  </a:lnTo>
                  <a:cubicBezTo>
                    <a:pt x="256159" y="0"/>
                    <a:pt x="261620" y="508"/>
                    <a:pt x="266954" y="1651"/>
                  </a:cubicBezTo>
                  <a:cubicBezTo>
                    <a:pt x="272288" y="2794"/>
                    <a:pt x="277495" y="4317"/>
                    <a:pt x="282575" y="6350"/>
                  </a:cubicBezTo>
                  <a:cubicBezTo>
                    <a:pt x="287655" y="8382"/>
                    <a:pt x="292481" y="11048"/>
                    <a:pt x="297053" y="14097"/>
                  </a:cubicBezTo>
                  <a:cubicBezTo>
                    <a:pt x="301625" y="17145"/>
                    <a:pt x="305816" y="20573"/>
                    <a:pt x="309753" y="24511"/>
                  </a:cubicBezTo>
                  <a:cubicBezTo>
                    <a:pt x="313690" y="28448"/>
                    <a:pt x="317119" y="32639"/>
                    <a:pt x="320167" y="37211"/>
                  </a:cubicBezTo>
                  <a:cubicBezTo>
                    <a:pt x="323215" y="41783"/>
                    <a:pt x="325755" y="46608"/>
                    <a:pt x="327914" y="51689"/>
                  </a:cubicBezTo>
                  <a:cubicBezTo>
                    <a:pt x="330073" y="56769"/>
                    <a:pt x="331597" y="61976"/>
                    <a:pt x="332613" y="67310"/>
                  </a:cubicBezTo>
                  <a:cubicBezTo>
                    <a:pt x="333629" y="72644"/>
                    <a:pt x="334264" y="78105"/>
                    <a:pt x="334264" y="83566"/>
                  </a:cubicBezTo>
                  <a:lnTo>
                    <a:pt x="334264" y="250698"/>
                  </a:lnTo>
                  <a:cubicBezTo>
                    <a:pt x="334264" y="256159"/>
                    <a:pt x="333756" y="261620"/>
                    <a:pt x="332613" y="266954"/>
                  </a:cubicBezTo>
                  <a:cubicBezTo>
                    <a:pt x="331470" y="272288"/>
                    <a:pt x="329946" y="277622"/>
                    <a:pt x="327914" y="282575"/>
                  </a:cubicBezTo>
                  <a:cubicBezTo>
                    <a:pt x="325882" y="287528"/>
                    <a:pt x="323215" y="292481"/>
                    <a:pt x="320167" y="297053"/>
                  </a:cubicBezTo>
                  <a:cubicBezTo>
                    <a:pt x="317119" y="301625"/>
                    <a:pt x="313690" y="305816"/>
                    <a:pt x="309753" y="309753"/>
                  </a:cubicBezTo>
                  <a:cubicBezTo>
                    <a:pt x="305816" y="313690"/>
                    <a:pt x="301625" y="317119"/>
                    <a:pt x="297053" y="320167"/>
                  </a:cubicBezTo>
                  <a:cubicBezTo>
                    <a:pt x="292481" y="323215"/>
                    <a:pt x="287655" y="325755"/>
                    <a:pt x="282575" y="327914"/>
                  </a:cubicBezTo>
                  <a:cubicBezTo>
                    <a:pt x="277495" y="330073"/>
                    <a:pt x="272288" y="331597"/>
                    <a:pt x="266954" y="332613"/>
                  </a:cubicBezTo>
                  <a:cubicBezTo>
                    <a:pt x="261620" y="333629"/>
                    <a:pt x="256159" y="334264"/>
                    <a:pt x="250698" y="334264"/>
                  </a:cubicBezTo>
                  <a:lnTo>
                    <a:pt x="83566" y="334264"/>
                  </a:lnTo>
                  <a:cubicBezTo>
                    <a:pt x="78105" y="334264"/>
                    <a:pt x="72644" y="333756"/>
                    <a:pt x="67310" y="332613"/>
                  </a:cubicBezTo>
                  <a:cubicBezTo>
                    <a:pt x="61976" y="331470"/>
                    <a:pt x="56769" y="329946"/>
                    <a:pt x="51689" y="327914"/>
                  </a:cubicBezTo>
                  <a:cubicBezTo>
                    <a:pt x="46609" y="325882"/>
                    <a:pt x="41783" y="323215"/>
                    <a:pt x="37211" y="320167"/>
                  </a:cubicBezTo>
                  <a:cubicBezTo>
                    <a:pt x="32639" y="317119"/>
                    <a:pt x="28448" y="313690"/>
                    <a:pt x="24511" y="309753"/>
                  </a:cubicBezTo>
                  <a:cubicBezTo>
                    <a:pt x="20574" y="305816"/>
                    <a:pt x="17145" y="301625"/>
                    <a:pt x="14097" y="297053"/>
                  </a:cubicBezTo>
                  <a:cubicBezTo>
                    <a:pt x="11049" y="292481"/>
                    <a:pt x="8509" y="287655"/>
                    <a:pt x="6350" y="282575"/>
                  </a:cubicBezTo>
                  <a:cubicBezTo>
                    <a:pt x="4191" y="277495"/>
                    <a:pt x="2667" y="272288"/>
                    <a:pt x="1651" y="266954"/>
                  </a:cubicBezTo>
                  <a:cubicBezTo>
                    <a:pt x="635" y="261620"/>
                    <a:pt x="0" y="256159"/>
                    <a:pt x="0" y="250698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14554" y="3415796"/>
              <a:ext cx="3760470" cy="1437388"/>
            </a:xfrm>
            <a:custGeom>
              <a:avLst/>
              <a:gdLst/>
              <a:ahLst/>
              <a:cxnLst/>
              <a:rect r="r" b="b" t="t" l="l"/>
              <a:pathLst>
                <a:path h="1437388" w="3760470">
                  <a:moveTo>
                    <a:pt x="0" y="1307848"/>
                  </a:moveTo>
                  <a:lnTo>
                    <a:pt x="0" y="129541"/>
                  </a:lnTo>
                  <a:cubicBezTo>
                    <a:pt x="0" y="121032"/>
                    <a:pt x="889" y="112650"/>
                    <a:pt x="2540" y="104268"/>
                  </a:cubicBezTo>
                  <a:cubicBezTo>
                    <a:pt x="4191" y="95886"/>
                    <a:pt x="6604" y="87884"/>
                    <a:pt x="9906" y="80010"/>
                  </a:cubicBezTo>
                  <a:cubicBezTo>
                    <a:pt x="13208" y="72136"/>
                    <a:pt x="17145" y="64643"/>
                    <a:pt x="21844" y="57658"/>
                  </a:cubicBezTo>
                  <a:cubicBezTo>
                    <a:pt x="26543" y="50673"/>
                    <a:pt x="31877" y="44069"/>
                    <a:pt x="37973" y="37973"/>
                  </a:cubicBezTo>
                  <a:cubicBezTo>
                    <a:pt x="44069" y="31877"/>
                    <a:pt x="50546" y="26543"/>
                    <a:pt x="57658" y="21844"/>
                  </a:cubicBezTo>
                  <a:cubicBezTo>
                    <a:pt x="64770" y="17145"/>
                    <a:pt x="72136" y="13081"/>
                    <a:pt x="80010" y="9906"/>
                  </a:cubicBezTo>
                  <a:cubicBezTo>
                    <a:pt x="87884" y="6731"/>
                    <a:pt x="96012" y="4191"/>
                    <a:pt x="104267" y="2540"/>
                  </a:cubicBezTo>
                  <a:cubicBezTo>
                    <a:pt x="112522" y="889"/>
                    <a:pt x="121031" y="0"/>
                    <a:pt x="129540" y="0"/>
                  </a:cubicBezTo>
                  <a:lnTo>
                    <a:pt x="3630930" y="0"/>
                  </a:lnTo>
                  <a:cubicBezTo>
                    <a:pt x="3639439" y="0"/>
                    <a:pt x="3647948" y="889"/>
                    <a:pt x="3656203" y="2540"/>
                  </a:cubicBezTo>
                  <a:cubicBezTo>
                    <a:pt x="3664458" y="4191"/>
                    <a:pt x="3672713" y="6604"/>
                    <a:pt x="3680460" y="9906"/>
                  </a:cubicBezTo>
                  <a:cubicBezTo>
                    <a:pt x="3688207" y="13208"/>
                    <a:pt x="3695827" y="17145"/>
                    <a:pt x="3702812" y="21844"/>
                  </a:cubicBezTo>
                  <a:cubicBezTo>
                    <a:pt x="3709797" y="26543"/>
                    <a:pt x="3716401" y="31877"/>
                    <a:pt x="3722497" y="37973"/>
                  </a:cubicBezTo>
                  <a:cubicBezTo>
                    <a:pt x="3728593" y="44069"/>
                    <a:pt x="3733800" y="50546"/>
                    <a:pt x="3738626" y="57658"/>
                  </a:cubicBezTo>
                  <a:cubicBezTo>
                    <a:pt x="3743452" y="64770"/>
                    <a:pt x="3747262" y="72136"/>
                    <a:pt x="3750564" y="80010"/>
                  </a:cubicBezTo>
                  <a:cubicBezTo>
                    <a:pt x="3753866" y="87884"/>
                    <a:pt x="3756279" y="96013"/>
                    <a:pt x="3757930" y="104268"/>
                  </a:cubicBezTo>
                  <a:cubicBezTo>
                    <a:pt x="3759581" y="112523"/>
                    <a:pt x="3760470" y="121032"/>
                    <a:pt x="3760470" y="129541"/>
                  </a:cubicBezTo>
                  <a:lnTo>
                    <a:pt x="3760470" y="1307848"/>
                  </a:lnTo>
                  <a:cubicBezTo>
                    <a:pt x="3760470" y="1316357"/>
                    <a:pt x="3759581" y="1324739"/>
                    <a:pt x="3757930" y="1333121"/>
                  </a:cubicBezTo>
                  <a:cubicBezTo>
                    <a:pt x="3756279" y="1341503"/>
                    <a:pt x="3753866" y="1349504"/>
                    <a:pt x="3750564" y="1357378"/>
                  </a:cubicBezTo>
                  <a:cubicBezTo>
                    <a:pt x="3747262" y="1365252"/>
                    <a:pt x="3743325" y="1372745"/>
                    <a:pt x="3738626" y="1379730"/>
                  </a:cubicBezTo>
                  <a:cubicBezTo>
                    <a:pt x="3733927" y="1386715"/>
                    <a:pt x="3728466" y="1393319"/>
                    <a:pt x="3722497" y="1399415"/>
                  </a:cubicBezTo>
                  <a:cubicBezTo>
                    <a:pt x="3716528" y="1405511"/>
                    <a:pt x="3709924" y="1410845"/>
                    <a:pt x="3702812" y="1415544"/>
                  </a:cubicBezTo>
                  <a:cubicBezTo>
                    <a:pt x="3695700" y="1420243"/>
                    <a:pt x="3688334" y="1424307"/>
                    <a:pt x="3680460" y="1427482"/>
                  </a:cubicBezTo>
                  <a:cubicBezTo>
                    <a:pt x="3672586" y="1430657"/>
                    <a:pt x="3664458" y="1433197"/>
                    <a:pt x="3656203" y="1434848"/>
                  </a:cubicBezTo>
                  <a:cubicBezTo>
                    <a:pt x="3647948" y="1436499"/>
                    <a:pt x="3639439" y="1437388"/>
                    <a:pt x="3630930" y="1437388"/>
                  </a:cubicBezTo>
                  <a:lnTo>
                    <a:pt x="129540" y="1437388"/>
                  </a:lnTo>
                  <a:cubicBezTo>
                    <a:pt x="121031" y="1437388"/>
                    <a:pt x="112649" y="1436499"/>
                    <a:pt x="104267" y="1434848"/>
                  </a:cubicBezTo>
                  <a:cubicBezTo>
                    <a:pt x="95885" y="1433197"/>
                    <a:pt x="87884" y="1430784"/>
                    <a:pt x="80010" y="1427482"/>
                  </a:cubicBezTo>
                  <a:cubicBezTo>
                    <a:pt x="72136" y="1424180"/>
                    <a:pt x="64643" y="1420243"/>
                    <a:pt x="57658" y="1415544"/>
                  </a:cubicBezTo>
                  <a:cubicBezTo>
                    <a:pt x="50673" y="1410845"/>
                    <a:pt x="44069" y="1405511"/>
                    <a:pt x="37973" y="1399415"/>
                  </a:cubicBezTo>
                  <a:cubicBezTo>
                    <a:pt x="31877" y="1393319"/>
                    <a:pt x="26543" y="1386842"/>
                    <a:pt x="21844" y="1379730"/>
                  </a:cubicBezTo>
                  <a:cubicBezTo>
                    <a:pt x="17145" y="1372618"/>
                    <a:pt x="13081" y="1365252"/>
                    <a:pt x="9906" y="1357378"/>
                  </a:cubicBezTo>
                  <a:cubicBezTo>
                    <a:pt x="6731" y="1349504"/>
                    <a:pt x="4191" y="1341376"/>
                    <a:pt x="2540" y="1333121"/>
                  </a:cubicBezTo>
                  <a:cubicBezTo>
                    <a:pt x="889" y="1324866"/>
                    <a:pt x="0" y="1316357"/>
                    <a:pt x="0" y="1307848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10363" y="3411605"/>
              <a:ext cx="3768852" cy="1445262"/>
            </a:xfrm>
            <a:custGeom>
              <a:avLst/>
              <a:gdLst/>
              <a:ahLst/>
              <a:cxnLst/>
              <a:rect r="r" b="b" t="t" l="l"/>
              <a:pathLst>
                <a:path h="1445262" w="3768852">
                  <a:moveTo>
                    <a:pt x="0" y="1312039"/>
                  </a:moveTo>
                  <a:lnTo>
                    <a:pt x="0" y="133732"/>
                  </a:lnTo>
                  <a:lnTo>
                    <a:pt x="4191" y="133732"/>
                  </a:lnTo>
                  <a:lnTo>
                    <a:pt x="0" y="133732"/>
                  </a:lnTo>
                  <a:cubicBezTo>
                    <a:pt x="0" y="124969"/>
                    <a:pt x="889" y="116206"/>
                    <a:pt x="2540" y="107697"/>
                  </a:cubicBezTo>
                  <a:lnTo>
                    <a:pt x="6604" y="108459"/>
                  </a:lnTo>
                  <a:lnTo>
                    <a:pt x="2540" y="107697"/>
                  </a:lnTo>
                  <a:cubicBezTo>
                    <a:pt x="4191" y="99060"/>
                    <a:pt x="6731" y="90678"/>
                    <a:pt x="10160" y="82550"/>
                  </a:cubicBezTo>
                  <a:lnTo>
                    <a:pt x="13970" y="84201"/>
                  </a:lnTo>
                  <a:lnTo>
                    <a:pt x="10160" y="82550"/>
                  </a:lnTo>
                  <a:cubicBezTo>
                    <a:pt x="13462" y="74422"/>
                    <a:pt x="17653" y="66675"/>
                    <a:pt x="22479" y="59436"/>
                  </a:cubicBezTo>
                  <a:cubicBezTo>
                    <a:pt x="27305" y="52070"/>
                    <a:pt x="32893" y="45339"/>
                    <a:pt x="39116" y="39116"/>
                  </a:cubicBezTo>
                  <a:lnTo>
                    <a:pt x="42037" y="42037"/>
                  </a:lnTo>
                  <a:lnTo>
                    <a:pt x="39116" y="39116"/>
                  </a:lnTo>
                  <a:cubicBezTo>
                    <a:pt x="45339" y="32893"/>
                    <a:pt x="52070" y="27305"/>
                    <a:pt x="59436" y="22479"/>
                  </a:cubicBezTo>
                  <a:cubicBezTo>
                    <a:pt x="66675" y="17653"/>
                    <a:pt x="74422" y="13462"/>
                    <a:pt x="82550" y="10160"/>
                  </a:cubicBezTo>
                  <a:lnTo>
                    <a:pt x="84201" y="13970"/>
                  </a:lnTo>
                  <a:lnTo>
                    <a:pt x="82550" y="10160"/>
                  </a:lnTo>
                  <a:cubicBezTo>
                    <a:pt x="90678" y="6858"/>
                    <a:pt x="99060" y="4318"/>
                    <a:pt x="107696" y="2540"/>
                  </a:cubicBezTo>
                  <a:lnTo>
                    <a:pt x="108458" y="6604"/>
                  </a:lnTo>
                  <a:lnTo>
                    <a:pt x="107696" y="2540"/>
                  </a:lnTo>
                  <a:cubicBezTo>
                    <a:pt x="116332" y="762"/>
                    <a:pt x="124968" y="0"/>
                    <a:pt x="133731" y="0"/>
                  </a:cubicBezTo>
                  <a:lnTo>
                    <a:pt x="133731" y="4191"/>
                  </a:lnTo>
                  <a:lnTo>
                    <a:pt x="133731" y="0"/>
                  </a:lnTo>
                  <a:lnTo>
                    <a:pt x="3635121" y="0"/>
                  </a:lnTo>
                  <a:lnTo>
                    <a:pt x="3635121" y="4191"/>
                  </a:lnTo>
                  <a:lnTo>
                    <a:pt x="3635121" y="0"/>
                  </a:lnTo>
                  <a:cubicBezTo>
                    <a:pt x="3643884" y="0"/>
                    <a:pt x="3652647" y="889"/>
                    <a:pt x="3661156" y="2540"/>
                  </a:cubicBezTo>
                  <a:lnTo>
                    <a:pt x="3660394" y="6604"/>
                  </a:lnTo>
                  <a:lnTo>
                    <a:pt x="3661156" y="2540"/>
                  </a:lnTo>
                  <a:cubicBezTo>
                    <a:pt x="3669792" y="4191"/>
                    <a:pt x="3678174" y="6731"/>
                    <a:pt x="3686302" y="10160"/>
                  </a:cubicBezTo>
                  <a:lnTo>
                    <a:pt x="3684651" y="13970"/>
                  </a:lnTo>
                  <a:lnTo>
                    <a:pt x="3686302" y="10160"/>
                  </a:lnTo>
                  <a:cubicBezTo>
                    <a:pt x="3694430" y="13462"/>
                    <a:pt x="3702177" y="17653"/>
                    <a:pt x="3709416" y="22479"/>
                  </a:cubicBezTo>
                  <a:lnTo>
                    <a:pt x="3707130" y="25908"/>
                  </a:lnTo>
                  <a:lnTo>
                    <a:pt x="3709416" y="22479"/>
                  </a:lnTo>
                  <a:cubicBezTo>
                    <a:pt x="3716782" y="27305"/>
                    <a:pt x="3723513" y="32893"/>
                    <a:pt x="3729736" y="39116"/>
                  </a:cubicBezTo>
                  <a:lnTo>
                    <a:pt x="3726815" y="42037"/>
                  </a:lnTo>
                  <a:lnTo>
                    <a:pt x="3729736" y="39116"/>
                  </a:lnTo>
                  <a:cubicBezTo>
                    <a:pt x="3735959" y="45339"/>
                    <a:pt x="3741420" y="52070"/>
                    <a:pt x="3746373" y="59309"/>
                  </a:cubicBezTo>
                  <a:cubicBezTo>
                    <a:pt x="3751199" y="66548"/>
                    <a:pt x="3755390" y="74295"/>
                    <a:pt x="3758692" y="82423"/>
                  </a:cubicBezTo>
                  <a:cubicBezTo>
                    <a:pt x="3762121" y="90551"/>
                    <a:pt x="3764534" y="98933"/>
                    <a:pt x="3766312" y="107443"/>
                  </a:cubicBezTo>
                  <a:lnTo>
                    <a:pt x="3762248" y="108205"/>
                  </a:lnTo>
                  <a:lnTo>
                    <a:pt x="3766312" y="107443"/>
                  </a:lnTo>
                  <a:cubicBezTo>
                    <a:pt x="3768090" y="116079"/>
                    <a:pt x="3768852" y="124715"/>
                    <a:pt x="3768852" y="133478"/>
                  </a:cubicBezTo>
                  <a:lnTo>
                    <a:pt x="3764661" y="133478"/>
                  </a:lnTo>
                  <a:lnTo>
                    <a:pt x="3768852" y="133478"/>
                  </a:lnTo>
                  <a:lnTo>
                    <a:pt x="3768852" y="1311785"/>
                  </a:lnTo>
                  <a:lnTo>
                    <a:pt x="3764661" y="1311785"/>
                  </a:lnTo>
                  <a:lnTo>
                    <a:pt x="3768852" y="1311785"/>
                  </a:lnTo>
                  <a:cubicBezTo>
                    <a:pt x="3768852" y="1320548"/>
                    <a:pt x="3767963" y="1329311"/>
                    <a:pt x="3766312" y="1337820"/>
                  </a:cubicBezTo>
                  <a:lnTo>
                    <a:pt x="3762248" y="1337058"/>
                  </a:lnTo>
                  <a:lnTo>
                    <a:pt x="3766312" y="1337820"/>
                  </a:lnTo>
                  <a:cubicBezTo>
                    <a:pt x="3764534" y="1346456"/>
                    <a:pt x="3762121" y="1354838"/>
                    <a:pt x="3758692" y="1362839"/>
                  </a:cubicBezTo>
                  <a:cubicBezTo>
                    <a:pt x="3755390" y="1370967"/>
                    <a:pt x="3751199" y="1378587"/>
                    <a:pt x="3746373" y="1385953"/>
                  </a:cubicBezTo>
                  <a:cubicBezTo>
                    <a:pt x="3741420" y="1393192"/>
                    <a:pt x="3735959" y="1400050"/>
                    <a:pt x="3729736" y="1406146"/>
                  </a:cubicBezTo>
                  <a:cubicBezTo>
                    <a:pt x="3723513" y="1412369"/>
                    <a:pt x="3716782" y="1417957"/>
                    <a:pt x="3709416" y="1422783"/>
                  </a:cubicBezTo>
                  <a:lnTo>
                    <a:pt x="3707130" y="1419354"/>
                  </a:lnTo>
                  <a:lnTo>
                    <a:pt x="3709416" y="1422783"/>
                  </a:lnTo>
                  <a:cubicBezTo>
                    <a:pt x="3702177" y="1427609"/>
                    <a:pt x="3694430" y="1431800"/>
                    <a:pt x="3686302" y="1435102"/>
                  </a:cubicBezTo>
                  <a:lnTo>
                    <a:pt x="3684651" y="1431292"/>
                  </a:lnTo>
                  <a:lnTo>
                    <a:pt x="3686302" y="1435102"/>
                  </a:lnTo>
                  <a:cubicBezTo>
                    <a:pt x="3678174" y="1438404"/>
                    <a:pt x="3669792" y="1440944"/>
                    <a:pt x="3661156" y="1442722"/>
                  </a:cubicBezTo>
                  <a:lnTo>
                    <a:pt x="3660394" y="1438658"/>
                  </a:lnTo>
                  <a:lnTo>
                    <a:pt x="3661156" y="1442722"/>
                  </a:lnTo>
                  <a:cubicBezTo>
                    <a:pt x="3652647" y="1444500"/>
                    <a:pt x="3643884" y="1445262"/>
                    <a:pt x="3635121" y="1445262"/>
                  </a:cubicBezTo>
                  <a:lnTo>
                    <a:pt x="3635121" y="1441071"/>
                  </a:lnTo>
                  <a:lnTo>
                    <a:pt x="3635121" y="1445262"/>
                  </a:lnTo>
                  <a:lnTo>
                    <a:pt x="133731" y="1445262"/>
                  </a:lnTo>
                  <a:lnTo>
                    <a:pt x="133731" y="1441071"/>
                  </a:lnTo>
                  <a:lnTo>
                    <a:pt x="133731" y="1445262"/>
                  </a:lnTo>
                  <a:cubicBezTo>
                    <a:pt x="124968" y="1445262"/>
                    <a:pt x="116205" y="1444373"/>
                    <a:pt x="107696" y="1442722"/>
                  </a:cubicBezTo>
                  <a:lnTo>
                    <a:pt x="108458" y="1438658"/>
                  </a:lnTo>
                  <a:lnTo>
                    <a:pt x="107696" y="1442722"/>
                  </a:lnTo>
                  <a:cubicBezTo>
                    <a:pt x="99060" y="1441071"/>
                    <a:pt x="90678" y="1438531"/>
                    <a:pt x="82550" y="1435102"/>
                  </a:cubicBezTo>
                  <a:cubicBezTo>
                    <a:pt x="74422" y="1431800"/>
                    <a:pt x="66675" y="1427609"/>
                    <a:pt x="59436" y="1422783"/>
                  </a:cubicBezTo>
                  <a:cubicBezTo>
                    <a:pt x="52070" y="1417957"/>
                    <a:pt x="45339" y="1412369"/>
                    <a:pt x="39116" y="1406146"/>
                  </a:cubicBezTo>
                  <a:lnTo>
                    <a:pt x="42037" y="1403225"/>
                  </a:lnTo>
                  <a:lnTo>
                    <a:pt x="39116" y="1406146"/>
                  </a:lnTo>
                  <a:cubicBezTo>
                    <a:pt x="32893" y="1399923"/>
                    <a:pt x="27305" y="1393192"/>
                    <a:pt x="22479" y="1385826"/>
                  </a:cubicBezTo>
                  <a:cubicBezTo>
                    <a:pt x="17653" y="1378587"/>
                    <a:pt x="13462" y="1370840"/>
                    <a:pt x="10160" y="1362712"/>
                  </a:cubicBezTo>
                  <a:lnTo>
                    <a:pt x="13970" y="1361061"/>
                  </a:lnTo>
                  <a:lnTo>
                    <a:pt x="10160" y="1362712"/>
                  </a:lnTo>
                  <a:cubicBezTo>
                    <a:pt x="6858" y="1354584"/>
                    <a:pt x="4318" y="1346202"/>
                    <a:pt x="2540" y="1337566"/>
                  </a:cubicBezTo>
                  <a:lnTo>
                    <a:pt x="6604" y="1336804"/>
                  </a:lnTo>
                  <a:lnTo>
                    <a:pt x="2540" y="1337566"/>
                  </a:lnTo>
                  <a:cubicBezTo>
                    <a:pt x="762" y="1328930"/>
                    <a:pt x="0" y="1320294"/>
                    <a:pt x="0" y="1311531"/>
                  </a:cubicBezTo>
                  <a:lnTo>
                    <a:pt x="4191" y="1311531"/>
                  </a:lnTo>
                  <a:lnTo>
                    <a:pt x="0" y="1311531"/>
                  </a:lnTo>
                  <a:moveTo>
                    <a:pt x="8382" y="1311531"/>
                  </a:moveTo>
                  <a:cubicBezTo>
                    <a:pt x="8382" y="1319786"/>
                    <a:pt x="9144" y="1327914"/>
                    <a:pt x="10795" y="1336042"/>
                  </a:cubicBezTo>
                  <a:cubicBezTo>
                    <a:pt x="12446" y="1344170"/>
                    <a:pt x="14732" y="1351917"/>
                    <a:pt x="17907" y="1359537"/>
                  </a:cubicBezTo>
                  <a:cubicBezTo>
                    <a:pt x="21082" y="1367157"/>
                    <a:pt x="24892" y="1374396"/>
                    <a:pt x="29464" y="1381254"/>
                  </a:cubicBezTo>
                  <a:lnTo>
                    <a:pt x="26035" y="1383540"/>
                  </a:lnTo>
                  <a:lnTo>
                    <a:pt x="29464" y="1381254"/>
                  </a:lnTo>
                  <a:cubicBezTo>
                    <a:pt x="34036" y="1388112"/>
                    <a:pt x="39243" y="1394462"/>
                    <a:pt x="45085" y="1400304"/>
                  </a:cubicBezTo>
                  <a:cubicBezTo>
                    <a:pt x="50927" y="1406146"/>
                    <a:pt x="57277" y="1411353"/>
                    <a:pt x="64135" y="1415925"/>
                  </a:cubicBezTo>
                  <a:lnTo>
                    <a:pt x="61849" y="1419354"/>
                  </a:lnTo>
                  <a:lnTo>
                    <a:pt x="64135" y="1415925"/>
                  </a:lnTo>
                  <a:cubicBezTo>
                    <a:pt x="70993" y="1420497"/>
                    <a:pt x="78232" y="1424307"/>
                    <a:pt x="85852" y="1427482"/>
                  </a:cubicBezTo>
                  <a:lnTo>
                    <a:pt x="84201" y="1431292"/>
                  </a:lnTo>
                  <a:lnTo>
                    <a:pt x="85852" y="1427482"/>
                  </a:lnTo>
                  <a:cubicBezTo>
                    <a:pt x="93472" y="1430657"/>
                    <a:pt x="101346" y="1433070"/>
                    <a:pt x="109347" y="1434594"/>
                  </a:cubicBezTo>
                  <a:cubicBezTo>
                    <a:pt x="117475" y="1436245"/>
                    <a:pt x="125603" y="1437007"/>
                    <a:pt x="133858" y="1437007"/>
                  </a:cubicBezTo>
                  <a:lnTo>
                    <a:pt x="3635121" y="1437007"/>
                  </a:lnTo>
                  <a:cubicBezTo>
                    <a:pt x="3643376" y="1437007"/>
                    <a:pt x="3651504" y="1436245"/>
                    <a:pt x="3659505" y="1434594"/>
                  </a:cubicBezTo>
                  <a:cubicBezTo>
                    <a:pt x="3667633" y="1432943"/>
                    <a:pt x="3675380" y="1430657"/>
                    <a:pt x="3683000" y="1427482"/>
                  </a:cubicBezTo>
                  <a:cubicBezTo>
                    <a:pt x="3690620" y="1424307"/>
                    <a:pt x="3697859" y="1420497"/>
                    <a:pt x="3704717" y="1415925"/>
                  </a:cubicBezTo>
                  <a:cubicBezTo>
                    <a:pt x="3711575" y="1411353"/>
                    <a:pt x="3717925" y="1406146"/>
                    <a:pt x="3723767" y="1400304"/>
                  </a:cubicBezTo>
                  <a:lnTo>
                    <a:pt x="3726688" y="1403225"/>
                  </a:lnTo>
                  <a:lnTo>
                    <a:pt x="3723767" y="1400304"/>
                  </a:lnTo>
                  <a:cubicBezTo>
                    <a:pt x="3729609" y="1394462"/>
                    <a:pt x="3734816" y="1388112"/>
                    <a:pt x="3739388" y="1381254"/>
                  </a:cubicBezTo>
                  <a:lnTo>
                    <a:pt x="3742817" y="1383540"/>
                  </a:lnTo>
                  <a:lnTo>
                    <a:pt x="3739388" y="1381254"/>
                  </a:lnTo>
                  <a:cubicBezTo>
                    <a:pt x="3743960" y="1374396"/>
                    <a:pt x="3747770" y="1367157"/>
                    <a:pt x="3750945" y="1359537"/>
                  </a:cubicBezTo>
                  <a:lnTo>
                    <a:pt x="3754755" y="1361188"/>
                  </a:lnTo>
                  <a:lnTo>
                    <a:pt x="3750945" y="1359537"/>
                  </a:lnTo>
                  <a:cubicBezTo>
                    <a:pt x="3754120" y="1351917"/>
                    <a:pt x="3756406" y="1344043"/>
                    <a:pt x="3758057" y="1336042"/>
                  </a:cubicBezTo>
                  <a:cubicBezTo>
                    <a:pt x="3759708" y="1327914"/>
                    <a:pt x="3760470" y="1319786"/>
                    <a:pt x="3760470" y="1311531"/>
                  </a:cubicBezTo>
                  <a:lnTo>
                    <a:pt x="3760470" y="133732"/>
                  </a:lnTo>
                  <a:cubicBezTo>
                    <a:pt x="3760470" y="125477"/>
                    <a:pt x="3759708" y="117349"/>
                    <a:pt x="3758057" y="109221"/>
                  </a:cubicBezTo>
                  <a:cubicBezTo>
                    <a:pt x="3756406" y="101092"/>
                    <a:pt x="3754120" y="93345"/>
                    <a:pt x="3750945" y="85725"/>
                  </a:cubicBezTo>
                  <a:lnTo>
                    <a:pt x="3754755" y="84074"/>
                  </a:lnTo>
                  <a:lnTo>
                    <a:pt x="3750945" y="85725"/>
                  </a:lnTo>
                  <a:cubicBezTo>
                    <a:pt x="3747770" y="78105"/>
                    <a:pt x="3743960" y="70866"/>
                    <a:pt x="3739388" y="64008"/>
                  </a:cubicBezTo>
                  <a:lnTo>
                    <a:pt x="3742817" y="61722"/>
                  </a:lnTo>
                  <a:lnTo>
                    <a:pt x="3739388" y="64008"/>
                  </a:lnTo>
                  <a:cubicBezTo>
                    <a:pt x="3734816" y="57150"/>
                    <a:pt x="3729609" y="50800"/>
                    <a:pt x="3723767" y="44958"/>
                  </a:cubicBezTo>
                  <a:cubicBezTo>
                    <a:pt x="3717925" y="39116"/>
                    <a:pt x="3711575" y="33909"/>
                    <a:pt x="3704717" y="29337"/>
                  </a:cubicBezTo>
                  <a:cubicBezTo>
                    <a:pt x="3697986" y="24765"/>
                    <a:pt x="3690620" y="20955"/>
                    <a:pt x="3683000" y="17780"/>
                  </a:cubicBezTo>
                  <a:cubicBezTo>
                    <a:pt x="3675380" y="14605"/>
                    <a:pt x="3667506" y="12192"/>
                    <a:pt x="3659505" y="10668"/>
                  </a:cubicBezTo>
                  <a:cubicBezTo>
                    <a:pt x="3651504" y="9017"/>
                    <a:pt x="3643376" y="8255"/>
                    <a:pt x="3635121" y="8255"/>
                  </a:cubicBezTo>
                  <a:lnTo>
                    <a:pt x="133731" y="8255"/>
                  </a:lnTo>
                  <a:cubicBezTo>
                    <a:pt x="125476" y="8255"/>
                    <a:pt x="117348" y="9017"/>
                    <a:pt x="109220" y="10668"/>
                  </a:cubicBezTo>
                  <a:cubicBezTo>
                    <a:pt x="101092" y="12319"/>
                    <a:pt x="93345" y="14605"/>
                    <a:pt x="85725" y="17780"/>
                  </a:cubicBezTo>
                  <a:cubicBezTo>
                    <a:pt x="78105" y="20955"/>
                    <a:pt x="70866" y="24765"/>
                    <a:pt x="64008" y="29337"/>
                  </a:cubicBezTo>
                  <a:lnTo>
                    <a:pt x="61722" y="25908"/>
                  </a:lnTo>
                  <a:lnTo>
                    <a:pt x="64008" y="29337"/>
                  </a:lnTo>
                  <a:cubicBezTo>
                    <a:pt x="57150" y="33909"/>
                    <a:pt x="50800" y="39116"/>
                    <a:pt x="44958" y="44958"/>
                  </a:cubicBezTo>
                  <a:cubicBezTo>
                    <a:pt x="39116" y="50800"/>
                    <a:pt x="33909" y="57150"/>
                    <a:pt x="29337" y="64008"/>
                  </a:cubicBezTo>
                  <a:lnTo>
                    <a:pt x="25908" y="61722"/>
                  </a:lnTo>
                  <a:lnTo>
                    <a:pt x="29337" y="64008"/>
                  </a:lnTo>
                  <a:cubicBezTo>
                    <a:pt x="24765" y="70866"/>
                    <a:pt x="20955" y="78105"/>
                    <a:pt x="17780" y="85725"/>
                  </a:cubicBezTo>
                  <a:cubicBezTo>
                    <a:pt x="14605" y="93345"/>
                    <a:pt x="12192" y="101219"/>
                    <a:pt x="10668" y="109221"/>
                  </a:cubicBezTo>
                  <a:cubicBezTo>
                    <a:pt x="9017" y="117349"/>
                    <a:pt x="8255" y="125477"/>
                    <a:pt x="8255" y="133732"/>
                  </a:cubicBezTo>
                  <a:lnTo>
                    <a:pt x="8255" y="1312039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235853" y="8273402"/>
            <a:ext cx="850095" cy="844943"/>
            <a:chOff x="0" y="0"/>
            <a:chExt cx="670560" cy="66649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70560" cy="666496"/>
            </a:xfrm>
            <a:custGeom>
              <a:avLst/>
              <a:gdLst/>
              <a:ahLst/>
              <a:cxnLst/>
              <a:rect r="r" b="b" t="t" l="l"/>
              <a:pathLst>
                <a:path h="666496" w="670560">
                  <a:moveTo>
                    <a:pt x="336169" y="32258"/>
                  </a:moveTo>
                  <a:cubicBezTo>
                    <a:pt x="370205" y="32258"/>
                    <a:pt x="402844" y="38735"/>
                    <a:pt x="434213" y="51816"/>
                  </a:cubicBezTo>
                  <a:cubicBezTo>
                    <a:pt x="465582" y="64897"/>
                    <a:pt x="493395" y="83312"/>
                    <a:pt x="517398" y="107315"/>
                  </a:cubicBezTo>
                  <a:cubicBezTo>
                    <a:pt x="541401" y="131318"/>
                    <a:pt x="559943" y="159004"/>
                    <a:pt x="572897" y="190373"/>
                  </a:cubicBezTo>
                  <a:cubicBezTo>
                    <a:pt x="585851" y="221742"/>
                    <a:pt x="592455" y="254508"/>
                    <a:pt x="592455" y="288417"/>
                  </a:cubicBezTo>
                  <a:cubicBezTo>
                    <a:pt x="592455" y="322326"/>
                    <a:pt x="585978" y="355092"/>
                    <a:pt x="572897" y="386461"/>
                  </a:cubicBezTo>
                  <a:cubicBezTo>
                    <a:pt x="559816" y="417830"/>
                    <a:pt x="541401" y="445516"/>
                    <a:pt x="517398" y="469646"/>
                  </a:cubicBezTo>
                  <a:cubicBezTo>
                    <a:pt x="493395" y="493776"/>
                    <a:pt x="465709" y="512191"/>
                    <a:pt x="434213" y="525145"/>
                  </a:cubicBezTo>
                  <a:cubicBezTo>
                    <a:pt x="402717" y="538099"/>
                    <a:pt x="370078" y="544703"/>
                    <a:pt x="336169" y="544703"/>
                  </a:cubicBezTo>
                  <a:cubicBezTo>
                    <a:pt x="302260" y="544703"/>
                    <a:pt x="269494" y="538226"/>
                    <a:pt x="238125" y="525145"/>
                  </a:cubicBezTo>
                  <a:cubicBezTo>
                    <a:pt x="206756" y="512064"/>
                    <a:pt x="178943" y="493649"/>
                    <a:pt x="154940" y="469646"/>
                  </a:cubicBezTo>
                  <a:cubicBezTo>
                    <a:pt x="130937" y="445643"/>
                    <a:pt x="112395" y="417830"/>
                    <a:pt x="99441" y="386461"/>
                  </a:cubicBezTo>
                  <a:cubicBezTo>
                    <a:pt x="86487" y="355092"/>
                    <a:pt x="79883" y="322326"/>
                    <a:pt x="79883" y="288417"/>
                  </a:cubicBezTo>
                  <a:cubicBezTo>
                    <a:pt x="79883" y="254508"/>
                    <a:pt x="86360" y="221742"/>
                    <a:pt x="99441" y="190373"/>
                  </a:cubicBezTo>
                  <a:cubicBezTo>
                    <a:pt x="112522" y="159004"/>
                    <a:pt x="130937" y="131318"/>
                    <a:pt x="154940" y="107315"/>
                  </a:cubicBezTo>
                  <a:cubicBezTo>
                    <a:pt x="178943" y="83312"/>
                    <a:pt x="206629" y="64770"/>
                    <a:pt x="238125" y="51816"/>
                  </a:cubicBezTo>
                  <a:cubicBezTo>
                    <a:pt x="269621" y="38862"/>
                    <a:pt x="302260" y="32258"/>
                    <a:pt x="336169" y="32258"/>
                  </a:cubicBezTo>
                  <a:close/>
                  <a:moveTo>
                    <a:pt x="0" y="0"/>
                  </a:moveTo>
                  <a:lnTo>
                    <a:pt x="0" y="666496"/>
                  </a:lnTo>
                  <a:lnTo>
                    <a:pt x="670560" y="666496"/>
                  </a:lnTo>
                  <a:lnTo>
                    <a:pt x="67056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1235853" y="8273402"/>
            <a:ext cx="850095" cy="844943"/>
            <a:chOff x="0" y="0"/>
            <a:chExt cx="502920" cy="49987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02919" cy="499872"/>
            </a:xfrm>
            <a:custGeom>
              <a:avLst/>
              <a:gdLst/>
              <a:ahLst/>
              <a:cxnLst/>
              <a:rect r="r" b="b" t="t" l="l"/>
              <a:pathLst>
                <a:path h="499872" w="502919">
                  <a:moveTo>
                    <a:pt x="0" y="0"/>
                  </a:moveTo>
                  <a:lnTo>
                    <a:pt x="502919" y="0"/>
                  </a:lnTo>
                  <a:lnTo>
                    <a:pt x="502919" y="499872"/>
                  </a:lnTo>
                  <a:lnTo>
                    <a:pt x="0" y="499872"/>
                  </a:lnTo>
                  <a:close/>
                </a:path>
              </a:pathLst>
            </a:custGeom>
            <a:solidFill>
              <a:srgbClr val="BFDBFE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065834" y="8185816"/>
            <a:ext cx="1190133" cy="1190133"/>
            <a:chOff x="0" y="0"/>
            <a:chExt cx="938784" cy="93878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38784" cy="938784"/>
            </a:xfrm>
            <a:custGeom>
              <a:avLst/>
              <a:gdLst/>
              <a:ahLst/>
              <a:cxnLst/>
              <a:rect r="r" b="b" t="t" l="l"/>
              <a:pathLst>
                <a:path h="938784" w="938784">
                  <a:moveTo>
                    <a:pt x="470281" y="101346"/>
                  </a:moveTo>
                  <a:cubicBezTo>
                    <a:pt x="504317" y="101346"/>
                    <a:pt x="536956" y="107823"/>
                    <a:pt x="568325" y="120904"/>
                  </a:cubicBezTo>
                  <a:cubicBezTo>
                    <a:pt x="599694" y="133985"/>
                    <a:pt x="627507" y="152400"/>
                    <a:pt x="651510" y="176403"/>
                  </a:cubicBezTo>
                  <a:cubicBezTo>
                    <a:pt x="675513" y="200406"/>
                    <a:pt x="694055" y="228092"/>
                    <a:pt x="707009" y="259461"/>
                  </a:cubicBezTo>
                  <a:cubicBezTo>
                    <a:pt x="719963" y="290830"/>
                    <a:pt x="726567" y="323596"/>
                    <a:pt x="726567" y="357505"/>
                  </a:cubicBezTo>
                  <a:cubicBezTo>
                    <a:pt x="726567" y="391414"/>
                    <a:pt x="720090" y="424180"/>
                    <a:pt x="707009" y="455549"/>
                  </a:cubicBezTo>
                  <a:cubicBezTo>
                    <a:pt x="693928" y="486918"/>
                    <a:pt x="675513" y="514604"/>
                    <a:pt x="651510" y="538734"/>
                  </a:cubicBezTo>
                  <a:cubicBezTo>
                    <a:pt x="627507" y="562864"/>
                    <a:pt x="599821" y="581279"/>
                    <a:pt x="568325" y="594233"/>
                  </a:cubicBezTo>
                  <a:cubicBezTo>
                    <a:pt x="536829" y="607187"/>
                    <a:pt x="504190" y="613791"/>
                    <a:pt x="470281" y="613791"/>
                  </a:cubicBezTo>
                  <a:cubicBezTo>
                    <a:pt x="436372" y="613791"/>
                    <a:pt x="403606" y="607314"/>
                    <a:pt x="372237" y="594233"/>
                  </a:cubicBezTo>
                  <a:cubicBezTo>
                    <a:pt x="340868" y="581152"/>
                    <a:pt x="313055" y="562737"/>
                    <a:pt x="289052" y="538734"/>
                  </a:cubicBezTo>
                  <a:cubicBezTo>
                    <a:pt x="265049" y="514731"/>
                    <a:pt x="246507" y="486918"/>
                    <a:pt x="233553" y="455549"/>
                  </a:cubicBezTo>
                  <a:cubicBezTo>
                    <a:pt x="220599" y="424180"/>
                    <a:pt x="213995" y="391414"/>
                    <a:pt x="213995" y="357505"/>
                  </a:cubicBezTo>
                  <a:cubicBezTo>
                    <a:pt x="213995" y="323596"/>
                    <a:pt x="220472" y="290830"/>
                    <a:pt x="233553" y="259461"/>
                  </a:cubicBezTo>
                  <a:cubicBezTo>
                    <a:pt x="246634" y="228092"/>
                    <a:pt x="265049" y="200406"/>
                    <a:pt x="289052" y="176403"/>
                  </a:cubicBezTo>
                  <a:cubicBezTo>
                    <a:pt x="313055" y="152400"/>
                    <a:pt x="340741" y="133858"/>
                    <a:pt x="372237" y="120904"/>
                  </a:cubicBezTo>
                  <a:cubicBezTo>
                    <a:pt x="403733" y="107950"/>
                    <a:pt x="436372" y="101346"/>
                    <a:pt x="470281" y="101346"/>
                  </a:cubicBezTo>
                  <a:close/>
                  <a:moveTo>
                    <a:pt x="0" y="0"/>
                  </a:moveTo>
                  <a:lnTo>
                    <a:pt x="0" y="938784"/>
                  </a:lnTo>
                  <a:lnTo>
                    <a:pt x="938784" y="938784"/>
                  </a:lnTo>
                  <a:lnTo>
                    <a:pt x="938784" y="0"/>
                  </a:lnTo>
                  <a:close/>
                </a:path>
              </a:pathLst>
            </a:custGeom>
            <a:blipFill>
              <a:blip r:embed="rId46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0" y="0"/>
            <a:ext cx="18288000" cy="1485959"/>
            <a:chOff x="0" y="0"/>
            <a:chExt cx="10819257" cy="87910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63500" y="63500"/>
              <a:ext cx="10692251" cy="752097"/>
            </a:xfrm>
            <a:custGeom>
              <a:avLst/>
              <a:gdLst/>
              <a:ahLst/>
              <a:cxnLst/>
              <a:rect r="r" b="b" t="t" l="l"/>
              <a:pathLst>
                <a:path h="752097" w="10692251">
                  <a:moveTo>
                    <a:pt x="0" y="0"/>
                  </a:moveTo>
                  <a:lnTo>
                    <a:pt x="0" y="752098"/>
                  </a:lnTo>
                  <a:lnTo>
                    <a:pt x="10692251" y="752098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63500" y="782196"/>
              <a:ext cx="10692251" cy="33401"/>
            </a:xfrm>
            <a:custGeom>
              <a:avLst/>
              <a:gdLst/>
              <a:ahLst/>
              <a:cxnLst/>
              <a:rect r="r" b="b" t="t" l="l"/>
              <a:pathLst>
                <a:path h="33401" w="10692251">
                  <a:moveTo>
                    <a:pt x="0" y="0"/>
                  </a:moveTo>
                  <a:lnTo>
                    <a:pt x="0" y="33402"/>
                  </a:lnTo>
                  <a:lnTo>
                    <a:pt x="10692251" y="3340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3F4F6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0958493" y="8078476"/>
            <a:ext cx="1404798" cy="1404798"/>
            <a:chOff x="0" y="0"/>
            <a:chExt cx="831088" cy="8310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63500" y="63500"/>
              <a:ext cx="704088" cy="704088"/>
            </a:xfrm>
            <a:custGeom>
              <a:avLst/>
              <a:gdLst/>
              <a:ahLst/>
              <a:cxnLst/>
              <a:rect r="r" b="b" t="t" l="l"/>
              <a:pathLst>
                <a:path h="704088" w="704088">
                  <a:moveTo>
                    <a:pt x="0" y="0"/>
                  </a:moveTo>
                  <a:lnTo>
                    <a:pt x="704088" y="0"/>
                  </a:lnTo>
                  <a:lnTo>
                    <a:pt x="704088" y="704088"/>
                  </a:lnTo>
                  <a:lnTo>
                    <a:pt x="0" y="70408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215900" y="131318"/>
              <a:ext cx="400812" cy="400812"/>
            </a:xfrm>
            <a:custGeom>
              <a:avLst/>
              <a:gdLst/>
              <a:ahLst/>
              <a:cxnLst/>
              <a:rect r="r" b="b" t="t" l="l"/>
              <a:pathLst>
                <a:path h="400812" w="400812">
                  <a:moveTo>
                    <a:pt x="400812" y="200406"/>
                  </a:moveTo>
                  <a:cubicBezTo>
                    <a:pt x="400812" y="213614"/>
                    <a:pt x="399542" y="226568"/>
                    <a:pt x="397002" y="239522"/>
                  </a:cubicBezTo>
                  <a:cubicBezTo>
                    <a:pt x="394462" y="252476"/>
                    <a:pt x="390652" y="264922"/>
                    <a:pt x="385572" y="277114"/>
                  </a:cubicBezTo>
                  <a:cubicBezTo>
                    <a:pt x="380492" y="289306"/>
                    <a:pt x="374396" y="300863"/>
                    <a:pt x="367030" y="311785"/>
                  </a:cubicBezTo>
                  <a:cubicBezTo>
                    <a:pt x="359664" y="322707"/>
                    <a:pt x="351409" y="332867"/>
                    <a:pt x="342138" y="342138"/>
                  </a:cubicBezTo>
                  <a:cubicBezTo>
                    <a:pt x="332867" y="351409"/>
                    <a:pt x="322707" y="359791"/>
                    <a:pt x="311785" y="367030"/>
                  </a:cubicBezTo>
                  <a:cubicBezTo>
                    <a:pt x="300863" y="374269"/>
                    <a:pt x="289306" y="380492"/>
                    <a:pt x="277114" y="385572"/>
                  </a:cubicBezTo>
                  <a:cubicBezTo>
                    <a:pt x="264922" y="390652"/>
                    <a:pt x="252349" y="394462"/>
                    <a:pt x="239522" y="397002"/>
                  </a:cubicBezTo>
                  <a:cubicBezTo>
                    <a:pt x="226695" y="399542"/>
                    <a:pt x="213614" y="400812"/>
                    <a:pt x="200406" y="400812"/>
                  </a:cubicBezTo>
                  <a:cubicBezTo>
                    <a:pt x="187198" y="400812"/>
                    <a:pt x="174244" y="399542"/>
                    <a:pt x="161290" y="397002"/>
                  </a:cubicBezTo>
                  <a:cubicBezTo>
                    <a:pt x="148336" y="394462"/>
                    <a:pt x="135890" y="390652"/>
                    <a:pt x="123698" y="385572"/>
                  </a:cubicBezTo>
                  <a:cubicBezTo>
                    <a:pt x="111506" y="380492"/>
                    <a:pt x="99949" y="374396"/>
                    <a:pt x="89027" y="367030"/>
                  </a:cubicBezTo>
                  <a:cubicBezTo>
                    <a:pt x="78105" y="359664"/>
                    <a:pt x="67945" y="351409"/>
                    <a:pt x="58674" y="342138"/>
                  </a:cubicBezTo>
                  <a:cubicBezTo>
                    <a:pt x="49403" y="332867"/>
                    <a:pt x="41021" y="322707"/>
                    <a:pt x="33782" y="311785"/>
                  </a:cubicBezTo>
                  <a:cubicBezTo>
                    <a:pt x="26543" y="300863"/>
                    <a:pt x="20320" y="289306"/>
                    <a:pt x="15240" y="277114"/>
                  </a:cubicBezTo>
                  <a:cubicBezTo>
                    <a:pt x="10160" y="264922"/>
                    <a:pt x="6350" y="252349"/>
                    <a:pt x="3810" y="239522"/>
                  </a:cubicBezTo>
                  <a:cubicBezTo>
                    <a:pt x="1270" y="226695"/>
                    <a:pt x="0" y="213614"/>
                    <a:pt x="0" y="200406"/>
                  </a:cubicBezTo>
                  <a:cubicBezTo>
                    <a:pt x="0" y="187198"/>
                    <a:pt x="1270" y="174244"/>
                    <a:pt x="3810" y="161290"/>
                  </a:cubicBezTo>
                  <a:cubicBezTo>
                    <a:pt x="6350" y="148336"/>
                    <a:pt x="10160" y="135890"/>
                    <a:pt x="15240" y="123698"/>
                  </a:cubicBezTo>
                  <a:cubicBezTo>
                    <a:pt x="20320" y="111506"/>
                    <a:pt x="26416" y="99949"/>
                    <a:pt x="33782" y="89027"/>
                  </a:cubicBezTo>
                  <a:cubicBezTo>
                    <a:pt x="41148" y="78105"/>
                    <a:pt x="49403" y="67945"/>
                    <a:pt x="58674" y="58674"/>
                  </a:cubicBezTo>
                  <a:cubicBezTo>
                    <a:pt x="67945" y="49403"/>
                    <a:pt x="78105" y="41021"/>
                    <a:pt x="89027" y="33782"/>
                  </a:cubicBezTo>
                  <a:cubicBezTo>
                    <a:pt x="99949" y="26543"/>
                    <a:pt x="111506" y="20320"/>
                    <a:pt x="123698" y="15240"/>
                  </a:cubicBezTo>
                  <a:cubicBezTo>
                    <a:pt x="135890" y="10160"/>
                    <a:pt x="148463" y="6350"/>
                    <a:pt x="161290" y="3810"/>
                  </a:cubicBezTo>
                  <a:cubicBezTo>
                    <a:pt x="174117" y="1270"/>
                    <a:pt x="187198" y="0"/>
                    <a:pt x="200406" y="0"/>
                  </a:cubicBezTo>
                  <a:cubicBezTo>
                    <a:pt x="213614" y="0"/>
                    <a:pt x="226568" y="1270"/>
                    <a:pt x="239522" y="3810"/>
                  </a:cubicBezTo>
                  <a:cubicBezTo>
                    <a:pt x="252476" y="6350"/>
                    <a:pt x="264922" y="10160"/>
                    <a:pt x="277114" y="15240"/>
                  </a:cubicBezTo>
                  <a:cubicBezTo>
                    <a:pt x="289306" y="20320"/>
                    <a:pt x="300863" y="26416"/>
                    <a:pt x="311785" y="33782"/>
                  </a:cubicBezTo>
                  <a:cubicBezTo>
                    <a:pt x="322707" y="41148"/>
                    <a:pt x="332867" y="49403"/>
                    <a:pt x="342138" y="58674"/>
                  </a:cubicBezTo>
                  <a:cubicBezTo>
                    <a:pt x="351409" y="67945"/>
                    <a:pt x="359791" y="78105"/>
                    <a:pt x="367030" y="89027"/>
                  </a:cubicBezTo>
                  <a:cubicBezTo>
                    <a:pt x="374269" y="99949"/>
                    <a:pt x="380492" y="111506"/>
                    <a:pt x="385572" y="123698"/>
                  </a:cubicBezTo>
                  <a:cubicBezTo>
                    <a:pt x="390652" y="135890"/>
                    <a:pt x="394462" y="148463"/>
                    <a:pt x="397002" y="161290"/>
                  </a:cubicBezTo>
                  <a:cubicBezTo>
                    <a:pt x="399542" y="174117"/>
                    <a:pt x="400812" y="187198"/>
                    <a:pt x="400812" y="200406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5496630" y="339185"/>
            <a:ext cx="1880512" cy="777965"/>
            <a:chOff x="0" y="0"/>
            <a:chExt cx="1483360" cy="61366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483360" cy="613664"/>
            </a:xfrm>
            <a:custGeom>
              <a:avLst/>
              <a:gdLst/>
              <a:ahLst/>
              <a:cxnLst/>
              <a:rect r="r" b="b" t="t" l="l"/>
              <a:pathLst>
                <a:path h="613664" w="1483360">
                  <a:moveTo>
                    <a:pt x="1365250" y="28829"/>
                  </a:moveTo>
                  <a:cubicBezTo>
                    <a:pt x="1375537" y="28829"/>
                    <a:pt x="1385570" y="30861"/>
                    <a:pt x="1395095" y="34798"/>
                  </a:cubicBezTo>
                  <a:cubicBezTo>
                    <a:pt x="1404620" y="38735"/>
                    <a:pt x="1413129" y="44450"/>
                    <a:pt x="1420368" y="51689"/>
                  </a:cubicBezTo>
                  <a:cubicBezTo>
                    <a:pt x="1427607" y="58928"/>
                    <a:pt x="1433322" y="67437"/>
                    <a:pt x="1437259" y="76962"/>
                  </a:cubicBezTo>
                  <a:cubicBezTo>
                    <a:pt x="1441196" y="86487"/>
                    <a:pt x="1443228" y="96520"/>
                    <a:pt x="1443228" y="106807"/>
                  </a:cubicBezTo>
                  <a:lnTo>
                    <a:pt x="1443228" y="485648"/>
                  </a:lnTo>
                  <a:cubicBezTo>
                    <a:pt x="1443228" y="495935"/>
                    <a:pt x="1441196" y="505968"/>
                    <a:pt x="1437259" y="515493"/>
                  </a:cubicBezTo>
                  <a:cubicBezTo>
                    <a:pt x="1433322" y="525018"/>
                    <a:pt x="1427607" y="533527"/>
                    <a:pt x="1420368" y="540766"/>
                  </a:cubicBezTo>
                  <a:cubicBezTo>
                    <a:pt x="1413129" y="548005"/>
                    <a:pt x="1404620" y="553720"/>
                    <a:pt x="1395095" y="557657"/>
                  </a:cubicBezTo>
                  <a:cubicBezTo>
                    <a:pt x="1385570" y="561594"/>
                    <a:pt x="1375537" y="563626"/>
                    <a:pt x="1365250" y="563626"/>
                  </a:cubicBezTo>
                  <a:lnTo>
                    <a:pt x="117348" y="563626"/>
                  </a:lnTo>
                  <a:cubicBezTo>
                    <a:pt x="106934" y="563626"/>
                    <a:pt x="97028" y="561594"/>
                    <a:pt x="87503" y="557657"/>
                  </a:cubicBezTo>
                  <a:cubicBezTo>
                    <a:pt x="77978" y="553720"/>
                    <a:pt x="69596" y="548005"/>
                    <a:pt x="62230" y="540766"/>
                  </a:cubicBezTo>
                  <a:cubicBezTo>
                    <a:pt x="54864" y="533527"/>
                    <a:pt x="49276" y="525018"/>
                    <a:pt x="45339" y="515493"/>
                  </a:cubicBezTo>
                  <a:cubicBezTo>
                    <a:pt x="41402" y="505968"/>
                    <a:pt x="39370" y="495935"/>
                    <a:pt x="39370" y="485648"/>
                  </a:cubicBezTo>
                  <a:lnTo>
                    <a:pt x="39370" y="106807"/>
                  </a:lnTo>
                  <a:cubicBezTo>
                    <a:pt x="39370" y="96520"/>
                    <a:pt x="41275" y="86487"/>
                    <a:pt x="45339" y="76962"/>
                  </a:cubicBezTo>
                  <a:cubicBezTo>
                    <a:pt x="49403" y="67437"/>
                    <a:pt x="54864" y="58928"/>
                    <a:pt x="62230" y="51689"/>
                  </a:cubicBezTo>
                  <a:cubicBezTo>
                    <a:pt x="69596" y="44450"/>
                    <a:pt x="77851" y="38735"/>
                    <a:pt x="87503" y="34798"/>
                  </a:cubicBezTo>
                  <a:cubicBezTo>
                    <a:pt x="97155" y="30861"/>
                    <a:pt x="107061" y="28829"/>
                    <a:pt x="117348" y="28829"/>
                  </a:cubicBezTo>
                  <a:close/>
                  <a:moveTo>
                    <a:pt x="0" y="0"/>
                  </a:moveTo>
                  <a:lnTo>
                    <a:pt x="0" y="613664"/>
                  </a:lnTo>
                  <a:lnTo>
                    <a:pt x="1483360" y="613664"/>
                  </a:lnTo>
                  <a:lnTo>
                    <a:pt x="1483360" y="0"/>
                  </a:lnTo>
                  <a:close/>
                </a:path>
              </a:pathLst>
            </a:custGeom>
            <a:blipFill>
              <a:blip r:embed="rId47"/>
              <a:stretch>
                <a:fillRect l="0" t="0" r="0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5389290" y="231844"/>
            <a:ext cx="2095177" cy="992630"/>
            <a:chOff x="0" y="0"/>
            <a:chExt cx="1239520" cy="58724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63500" y="63500"/>
              <a:ext cx="1112520" cy="460248"/>
            </a:xfrm>
            <a:custGeom>
              <a:avLst/>
              <a:gdLst/>
              <a:ahLst/>
              <a:cxnLst/>
              <a:rect r="r" b="b" t="t" l="l"/>
              <a:pathLst>
                <a:path h="460248" w="1112520">
                  <a:moveTo>
                    <a:pt x="0" y="0"/>
                  </a:moveTo>
                  <a:lnTo>
                    <a:pt x="1112520" y="0"/>
                  </a:lnTo>
                  <a:lnTo>
                    <a:pt x="1112520" y="460248"/>
                  </a:lnTo>
                  <a:lnTo>
                    <a:pt x="0" y="460248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88773" y="81026"/>
              <a:ext cx="1061212" cy="409321"/>
            </a:xfrm>
            <a:custGeom>
              <a:avLst/>
              <a:gdLst/>
              <a:ahLst/>
              <a:cxnLst/>
              <a:rect r="r" b="b" t="t" l="l"/>
              <a:pathLst>
                <a:path h="409321" w="1061212">
                  <a:moveTo>
                    <a:pt x="0" y="346710"/>
                  </a:moveTo>
                  <a:lnTo>
                    <a:pt x="0" y="62611"/>
                  </a:lnTo>
                  <a:cubicBezTo>
                    <a:pt x="0" y="58547"/>
                    <a:pt x="381" y="54483"/>
                    <a:pt x="1143" y="50419"/>
                  </a:cubicBezTo>
                  <a:cubicBezTo>
                    <a:pt x="1905" y="46355"/>
                    <a:pt x="3175" y="42418"/>
                    <a:pt x="4699" y="38608"/>
                  </a:cubicBezTo>
                  <a:cubicBezTo>
                    <a:pt x="6223" y="34798"/>
                    <a:pt x="8255" y="31242"/>
                    <a:pt x="10414" y="27813"/>
                  </a:cubicBezTo>
                  <a:cubicBezTo>
                    <a:pt x="12573" y="24384"/>
                    <a:pt x="15367" y="21209"/>
                    <a:pt x="18288" y="18288"/>
                  </a:cubicBezTo>
                  <a:cubicBezTo>
                    <a:pt x="21209" y="15367"/>
                    <a:pt x="24257" y="12827"/>
                    <a:pt x="27686" y="10541"/>
                  </a:cubicBezTo>
                  <a:cubicBezTo>
                    <a:pt x="31115" y="8255"/>
                    <a:pt x="34671" y="6350"/>
                    <a:pt x="38608" y="4699"/>
                  </a:cubicBezTo>
                  <a:cubicBezTo>
                    <a:pt x="42545" y="3048"/>
                    <a:pt x="46355" y="1905"/>
                    <a:pt x="50419" y="1143"/>
                  </a:cubicBezTo>
                  <a:cubicBezTo>
                    <a:pt x="54483" y="381"/>
                    <a:pt x="58547" y="0"/>
                    <a:pt x="62611" y="0"/>
                  </a:cubicBezTo>
                  <a:lnTo>
                    <a:pt x="998601" y="0"/>
                  </a:lnTo>
                  <a:cubicBezTo>
                    <a:pt x="1002665" y="0"/>
                    <a:pt x="1006729" y="381"/>
                    <a:pt x="1010793" y="1143"/>
                  </a:cubicBezTo>
                  <a:cubicBezTo>
                    <a:pt x="1014857" y="1905"/>
                    <a:pt x="1018794" y="3175"/>
                    <a:pt x="1022604" y="4699"/>
                  </a:cubicBezTo>
                  <a:cubicBezTo>
                    <a:pt x="1026414" y="6223"/>
                    <a:pt x="1030097" y="8255"/>
                    <a:pt x="1033526" y="10541"/>
                  </a:cubicBezTo>
                  <a:cubicBezTo>
                    <a:pt x="1036955" y="12827"/>
                    <a:pt x="1040003" y="15367"/>
                    <a:pt x="1042924" y="18288"/>
                  </a:cubicBezTo>
                  <a:cubicBezTo>
                    <a:pt x="1045845" y="21209"/>
                    <a:pt x="1048385" y="24384"/>
                    <a:pt x="1050798" y="27813"/>
                  </a:cubicBezTo>
                  <a:cubicBezTo>
                    <a:pt x="1053211" y="31242"/>
                    <a:pt x="1054989" y="34798"/>
                    <a:pt x="1056513" y="38608"/>
                  </a:cubicBezTo>
                  <a:cubicBezTo>
                    <a:pt x="1058037" y="42418"/>
                    <a:pt x="1059307" y="46355"/>
                    <a:pt x="1060069" y="50419"/>
                  </a:cubicBezTo>
                  <a:cubicBezTo>
                    <a:pt x="1060831" y="54483"/>
                    <a:pt x="1061212" y="58547"/>
                    <a:pt x="1061212" y="62611"/>
                  </a:cubicBezTo>
                  <a:lnTo>
                    <a:pt x="1061212" y="346710"/>
                  </a:lnTo>
                  <a:cubicBezTo>
                    <a:pt x="1061212" y="350774"/>
                    <a:pt x="1060831" y="354965"/>
                    <a:pt x="1060069" y="358902"/>
                  </a:cubicBezTo>
                  <a:cubicBezTo>
                    <a:pt x="1059307" y="362839"/>
                    <a:pt x="1058037" y="366903"/>
                    <a:pt x="1056513" y="370713"/>
                  </a:cubicBezTo>
                  <a:cubicBezTo>
                    <a:pt x="1054989" y="374523"/>
                    <a:pt x="1052957" y="378079"/>
                    <a:pt x="1050798" y="381508"/>
                  </a:cubicBezTo>
                  <a:cubicBezTo>
                    <a:pt x="1048639" y="384937"/>
                    <a:pt x="1045845" y="388112"/>
                    <a:pt x="1042924" y="391033"/>
                  </a:cubicBezTo>
                  <a:cubicBezTo>
                    <a:pt x="1040003" y="393954"/>
                    <a:pt x="1036955" y="396494"/>
                    <a:pt x="1033526" y="398780"/>
                  </a:cubicBezTo>
                  <a:cubicBezTo>
                    <a:pt x="1030097" y="401066"/>
                    <a:pt x="1026414" y="402971"/>
                    <a:pt x="1022604" y="404622"/>
                  </a:cubicBezTo>
                  <a:cubicBezTo>
                    <a:pt x="1018794" y="406273"/>
                    <a:pt x="1014857" y="407416"/>
                    <a:pt x="1010793" y="408178"/>
                  </a:cubicBezTo>
                  <a:cubicBezTo>
                    <a:pt x="1006729" y="408940"/>
                    <a:pt x="1002665" y="409321"/>
                    <a:pt x="998601" y="409321"/>
                  </a:cubicBezTo>
                  <a:lnTo>
                    <a:pt x="62738" y="409321"/>
                  </a:lnTo>
                  <a:cubicBezTo>
                    <a:pt x="58674" y="409321"/>
                    <a:pt x="54610" y="408940"/>
                    <a:pt x="50546" y="408178"/>
                  </a:cubicBezTo>
                  <a:cubicBezTo>
                    <a:pt x="46482" y="407416"/>
                    <a:pt x="42545" y="406146"/>
                    <a:pt x="38735" y="404622"/>
                  </a:cubicBezTo>
                  <a:cubicBezTo>
                    <a:pt x="34925" y="403098"/>
                    <a:pt x="31242" y="401066"/>
                    <a:pt x="27813" y="398780"/>
                  </a:cubicBezTo>
                  <a:cubicBezTo>
                    <a:pt x="24384" y="396494"/>
                    <a:pt x="21209" y="393954"/>
                    <a:pt x="18415" y="391033"/>
                  </a:cubicBezTo>
                  <a:cubicBezTo>
                    <a:pt x="15621" y="388112"/>
                    <a:pt x="12954" y="384937"/>
                    <a:pt x="10541" y="381508"/>
                  </a:cubicBezTo>
                  <a:cubicBezTo>
                    <a:pt x="8128" y="378079"/>
                    <a:pt x="6350" y="374523"/>
                    <a:pt x="4826" y="370713"/>
                  </a:cubicBezTo>
                  <a:cubicBezTo>
                    <a:pt x="3302" y="366903"/>
                    <a:pt x="2032" y="362966"/>
                    <a:pt x="1270" y="358902"/>
                  </a:cubicBezTo>
                  <a:cubicBezTo>
                    <a:pt x="508" y="354838"/>
                    <a:pt x="127" y="350774"/>
                    <a:pt x="127" y="346710"/>
                  </a:cubicBez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84582" y="76708"/>
              <a:ext cx="1069594" cy="417830"/>
            </a:xfrm>
            <a:custGeom>
              <a:avLst/>
              <a:gdLst/>
              <a:ahLst/>
              <a:cxnLst/>
              <a:rect r="r" b="b" t="t" l="l"/>
              <a:pathLst>
                <a:path h="417830" w="1069594">
                  <a:moveTo>
                    <a:pt x="0" y="351028"/>
                  </a:moveTo>
                  <a:lnTo>
                    <a:pt x="0" y="66929"/>
                  </a:lnTo>
                  <a:lnTo>
                    <a:pt x="4191" y="66929"/>
                  </a:lnTo>
                  <a:lnTo>
                    <a:pt x="0" y="66929"/>
                  </a:lnTo>
                  <a:cubicBezTo>
                    <a:pt x="0" y="62484"/>
                    <a:pt x="508" y="58166"/>
                    <a:pt x="1270" y="53975"/>
                  </a:cubicBezTo>
                  <a:cubicBezTo>
                    <a:pt x="2159" y="49657"/>
                    <a:pt x="3429" y="45466"/>
                    <a:pt x="5080" y="41402"/>
                  </a:cubicBezTo>
                  <a:cubicBezTo>
                    <a:pt x="6731" y="37338"/>
                    <a:pt x="8763" y="33528"/>
                    <a:pt x="11176" y="29845"/>
                  </a:cubicBezTo>
                  <a:cubicBezTo>
                    <a:pt x="13589" y="26289"/>
                    <a:pt x="16383" y="22860"/>
                    <a:pt x="19558" y="19685"/>
                  </a:cubicBezTo>
                  <a:lnTo>
                    <a:pt x="22479" y="22606"/>
                  </a:lnTo>
                  <a:lnTo>
                    <a:pt x="19431" y="19685"/>
                  </a:lnTo>
                  <a:cubicBezTo>
                    <a:pt x="22479" y="16510"/>
                    <a:pt x="25908" y="13716"/>
                    <a:pt x="29591" y="11303"/>
                  </a:cubicBezTo>
                  <a:lnTo>
                    <a:pt x="31877" y="14732"/>
                  </a:lnTo>
                  <a:lnTo>
                    <a:pt x="29718" y="11303"/>
                  </a:lnTo>
                  <a:cubicBezTo>
                    <a:pt x="33401" y="8890"/>
                    <a:pt x="37211" y="6858"/>
                    <a:pt x="41275" y="5080"/>
                  </a:cubicBezTo>
                  <a:lnTo>
                    <a:pt x="42799" y="8890"/>
                  </a:lnTo>
                  <a:lnTo>
                    <a:pt x="41148" y="5080"/>
                  </a:lnTo>
                  <a:cubicBezTo>
                    <a:pt x="45212" y="3429"/>
                    <a:pt x="49403" y="2159"/>
                    <a:pt x="53721" y="1270"/>
                  </a:cubicBezTo>
                  <a:lnTo>
                    <a:pt x="54483" y="5334"/>
                  </a:lnTo>
                  <a:lnTo>
                    <a:pt x="53721" y="1270"/>
                  </a:lnTo>
                  <a:cubicBezTo>
                    <a:pt x="58039" y="381"/>
                    <a:pt x="62357" y="0"/>
                    <a:pt x="66802" y="0"/>
                  </a:cubicBezTo>
                  <a:lnTo>
                    <a:pt x="66802" y="4191"/>
                  </a:lnTo>
                  <a:lnTo>
                    <a:pt x="66802" y="0"/>
                  </a:lnTo>
                  <a:lnTo>
                    <a:pt x="1002792" y="0"/>
                  </a:lnTo>
                  <a:lnTo>
                    <a:pt x="1002792" y="4191"/>
                  </a:lnTo>
                  <a:lnTo>
                    <a:pt x="1002792" y="0"/>
                  </a:lnTo>
                  <a:cubicBezTo>
                    <a:pt x="1007110" y="0"/>
                    <a:pt x="1011555" y="381"/>
                    <a:pt x="1015873" y="1270"/>
                  </a:cubicBezTo>
                  <a:lnTo>
                    <a:pt x="1015111" y="5334"/>
                  </a:lnTo>
                  <a:lnTo>
                    <a:pt x="1015873" y="1270"/>
                  </a:lnTo>
                  <a:cubicBezTo>
                    <a:pt x="1020191" y="2159"/>
                    <a:pt x="1024382" y="3429"/>
                    <a:pt x="1028446" y="5080"/>
                  </a:cubicBezTo>
                  <a:lnTo>
                    <a:pt x="1026795" y="8890"/>
                  </a:lnTo>
                  <a:lnTo>
                    <a:pt x="1028446" y="5080"/>
                  </a:lnTo>
                  <a:cubicBezTo>
                    <a:pt x="1032383" y="6731"/>
                    <a:pt x="1036320" y="8763"/>
                    <a:pt x="1040003" y="11303"/>
                  </a:cubicBezTo>
                  <a:lnTo>
                    <a:pt x="1037717" y="14732"/>
                  </a:lnTo>
                  <a:lnTo>
                    <a:pt x="1040003" y="11303"/>
                  </a:lnTo>
                  <a:cubicBezTo>
                    <a:pt x="1043686" y="13716"/>
                    <a:pt x="1046988" y="16510"/>
                    <a:pt x="1050036" y="19558"/>
                  </a:cubicBezTo>
                  <a:cubicBezTo>
                    <a:pt x="1053211" y="22606"/>
                    <a:pt x="1055878" y="26035"/>
                    <a:pt x="1058418" y="29718"/>
                  </a:cubicBezTo>
                  <a:cubicBezTo>
                    <a:pt x="1060831" y="33401"/>
                    <a:pt x="1062863" y="37211"/>
                    <a:pt x="1064514" y="41275"/>
                  </a:cubicBezTo>
                  <a:cubicBezTo>
                    <a:pt x="1066165" y="45339"/>
                    <a:pt x="1067435" y="49530"/>
                    <a:pt x="1068324" y="53848"/>
                  </a:cubicBezTo>
                  <a:cubicBezTo>
                    <a:pt x="1069086" y="58166"/>
                    <a:pt x="1069594" y="62484"/>
                    <a:pt x="1069594" y="66802"/>
                  </a:cubicBezTo>
                  <a:lnTo>
                    <a:pt x="1065403" y="66802"/>
                  </a:lnTo>
                  <a:lnTo>
                    <a:pt x="1069594" y="66802"/>
                  </a:lnTo>
                  <a:lnTo>
                    <a:pt x="1069594" y="351028"/>
                  </a:lnTo>
                  <a:lnTo>
                    <a:pt x="1065403" y="351028"/>
                  </a:lnTo>
                  <a:lnTo>
                    <a:pt x="1069594" y="351028"/>
                  </a:lnTo>
                  <a:cubicBezTo>
                    <a:pt x="1069594" y="355473"/>
                    <a:pt x="1069086" y="359791"/>
                    <a:pt x="1068324" y="363982"/>
                  </a:cubicBezTo>
                  <a:cubicBezTo>
                    <a:pt x="1067435" y="368300"/>
                    <a:pt x="1066165" y="372491"/>
                    <a:pt x="1064514" y="376555"/>
                  </a:cubicBezTo>
                  <a:cubicBezTo>
                    <a:pt x="1062863" y="380619"/>
                    <a:pt x="1060831" y="384429"/>
                    <a:pt x="1058418" y="388112"/>
                  </a:cubicBezTo>
                  <a:cubicBezTo>
                    <a:pt x="1056005" y="391668"/>
                    <a:pt x="1053211" y="395097"/>
                    <a:pt x="1050036" y="398272"/>
                  </a:cubicBezTo>
                  <a:cubicBezTo>
                    <a:pt x="1046988" y="401320"/>
                    <a:pt x="1043686" y="404114"/>
                    <a:pt x="1040003" y="406527"/>
                  </a:cubicBezTo>
                  <a:lnTo>
                    <a:pt x="1037717" y="403098"/>
                  </a:lnTo>
                  <a:lnTo>
                    <a:pt x="1040003" y="406527"/>
                  </a:lnTo>
                  <a:cubicBezTo>
                    <a:pt x="1036320" y="408940"/>
                    <a:pt x="1032383" y="410972"/>
                    <a:pt x="1028446" y="412750"/>
                  </a:cubicBezTo>
                  <a:lnTo>
                    <a:pt x="1026795" y="408940"/>
                  </a:lnTo>
                  <a:lnTo>
                    <a:pt x="1028446" y="412750"/>
                  </a:lnTo>
                  <a:cubicBezTo>
                    <a:pt x="1024382" y="414401"/>
                    <a:pt x="1020191" y="415671"/>
                    <a:pt x="1015873" y="416560"/>
                  </a:cubicBezTo>
                  <a:lnTo>
                    <a:pt x="1015111" y="412496"/>
                  </a:lnTo>
                  <a:lnTo>
                    <a:pt x="1015873" y="416560"/>
                  </a:lnTo>
                  <a:cubicBezTo>
                    <a:pt x="1011555" y="417449"/>
                    <a:pt x="1007237" y="417830"/>
                    <a:pt x="1002792" y="417830"/>
                  </a:cubicBezTo>
                  <a:lnTo>
                    <a:pt x="1002792" y="413639"/>
                  </a:lnTo>
                  <a:lnTo>
                    <a:pt x="1002792" y="417830"/>
                  </a:lnTo>
                  <a:lnTo>
                    <a:pt x="66929" y="417830"/>
                  </a:lnTo>
                  <a:lnTo>
                    <a:pt x="66929" y="413639"/>
                  </a:lnTo>
                  <a:lnTo>
                    <a:pt x="66929" y="417830"/>
                  </a:lnTo>
                  <a:cubicBezTo>
                    <a:pt x="62611" y="417830"/>
                    <a:pt x="58166" y="417449"/>
                    <a:pt x="53848" y="416560"/>
                  </a:cubicBezTo>
                  <a:lnTo>
                    <a:pt x="54610" y="412496"/>
                  </a:lnTo>
                  <a:lnTo>
                    <a:pt x="53848" y="416560"/>
                  </a:lnTo>
                  <a:cubicBezTo>
                    <a:pt x="49530" y="415671"/>
                    <a:pt x="45339" y="414401"/>
                    <a:pt x="41275" y="412750"/>
                  </a:cubicBezTo>
                  <a:lnTo>
                    <a:pt x="42926" y="408940"/>
                  </a:lnTo>
                  <a:lnTo>
                    <a:pt x="41402" y="412750"/>
                  </a:lnTo>
                  <a:cubicBezTo>
                    <a:pt x="37338" y="411099"/>
                    <a:pt x="33401" y="408940"/>
                    <a:pt x="29845" y="406527"/>
                  </a:cubicBezTo>
                  <a:lnTo>
                    <a:pt x="32131" y="403098"/>
                  </a:lnTo>
                  <a:lnTo>
                    <a:pt x="29845" y="406527"/>
                  </a:lnTo>
                  <a:cubicBezTo>
                    <a:pt x="26162" y="404114"/>
                    <a:pt x="22733" y="401320"/>
                    <a:pt x="19685" y="398145"/>
                  </a:cubicBezTo>
                  <a:lnTo>
                    <a:pt x="22733" y="395224"/>
                  </a:lnTo>
                  <a:lnTo>
                    <a:pt x="19812" y="398145"/>
                  </a:lnTo>
                  <a:cubicBezTo>
                    <a:pt x="16637" y="395097"/>
                    <a:pt x="13970" y="391668"/>
                    <a:pt x="11430" y="387985"/>
                  </a:cubicBezTo>
                  <a:cubicBezTo>
                    <a:pt x="9017" y="384302"/>
                    <a:pt x="6985" y="380492"/>
                    <a:pt x="5334" y="376428"/>
                  </a:cubicBezTo>
                  <a:cubicBezTo>
                    <a:pt x="3683" y="372364"/>
                    <a:pt x="2413" y="368173"/>
                    <a:pt x="1524" y="363855"/>
                  </a:cubicBezTo>
                  <a:cubicBezTo>
                    <a:pt x="762" y="359537"/>
                    <a:pt x="254" y="355219"/>
                    <a:pt x="254" y="350901"/>
                  </a:cubicBezTo>
                  <a:lnTo>
                    <a:pt x="4445" y="350901"/>
                  </a:lnTo>
                  <a:lnTo>
                    <a:pt x="254" y="350901"/>
                  </a:lnTo>
                  <a:moveTo>
                    <a:pt x="8636" y="350901"/>
                  </a:moveTo>
                  <a:cubicBezTo>
                    <a:pt x="8636" y="354711"/>
                    <a:pt x="9017" y="358521"/>
                    <a:pt x="9779" y="362331"/>
                  </a:cubicBezTo>
                  <a:lnTo>
                    <a:pt x="5715" y="363093"/>
                  </a:lnTo>
                  <a:lnTo>
                    <a:pt x="9779" y="362204"/>
                  </a:lnTo>
                  <a:cubicBezTo>
                    <a:pt x="10541" y="366014"/>
                    <a:pt x="11684" y="369697"/>
                    <a:pt x="13081" y="373253"/>
                  </a:cubicBezTo>
                  <a:lnTo>
                    <a:pt x="9271" y="374904"/>
                  </a:lnTo>
                  <a:lnTo>
                    <a:pt x="13081" y="373253"/>
                  </a:lnTo>
                  <a:cubicBezTo>
                    <a:pt x="14605" y="376809"/>
                    <a:pt x="16383" y="380238"/>
                    <a:pt x="18542" y="383413"/>
                  </a:cubicBezTo>
                  <a:lnTo>
                    <a:pt x="15113" y="385699"/>
                  </a:lnTo>
                  <a:lnTo>
                    <a:pt x="18542" y="383286"/>
                  </a:lnTo>
                  <a:cubicBezTo>
                    <a:pt x="20701" y="386461"/>
                    <a:pt x="23114" y="389509"/>
                    <a:pt x="25908" y="392176"/>
                  </a:cubicBezTo>
                  <a:cubicBezTo>
                    <a:pt x="28575" y="394843"/>
                    <a:pt x="31496" y="397256"/>
                    <a:pt x="34671" y="399415"/>
                  </a:cubicBezTo>
                  <a:cubicBezTo>
                    <a:pt x="37846" y="401574"/>
                    <a:pt x="41275" y="403352"/>
                    <a:pt x="44831" y="404876"/>
                  </a:cubicBezTo>
                  <a:cubicBezTo>
                    <a:pt x="48387" y="406400"/>
                    <a:pt x="51943" y="407416"/>
                    <a:pt x="55753" y="408178"/>
                  </a:cubicBezTo>
                  <a:cubicBezTo>
                    <a:pt x="59436" y="408940"/>
                    <a:pt x="63373" y="409321"/>
                    <a:pt x="67183" y="409321"/>
                  </a:cubicBezTo>
                  <a:lnTo>
                    <a:pt x="1003173" y="409321"/>
                  </a:lnTo>
                  <a:cubicBezTo>
                    <a:pt x="1006983" y="409321"/>
                    <a:pt x="1010793" y="408940"/>
                    <a:pt x="1014603" y="408178"/>
                  </a:cubicBezTo>
                  <a:cubicBezTo>
                    <a:pt x="1018413" y="407416"/>
                    <a:pt x="1022096" y="406273"/>
                    <a:pt x="1025525" y="404876"/>
                  </a:cubicBezTo>
                  <a:cubicBezTo>
                    <a:pt x="1028954" y="403479"/>
                    <a:pt x="1032510" y="401574"/>
                    <a:pt x="1035685" y="399415"/>
                  </a:cubicBezTo>
                  <a:cubicBezTo>
                    <a:pt x="1038860" y="397256"/>
                    <a:pt x="1041781" y="394843"/>
                    <a:pt x="1044448" y="392176"/>
                  </a:cubicBezTo>
                  <a:lnTo>
                    <a:pt x="1047369" y="395097"/>
                  </a:lnTo>
                  <a:lnTo>
                    <a:pt x="1044448" y="392176"/>
                  </a:lnTo>
                  <a:cubicBezTo>
                    <a:pt x="1047115" y="389509"/>
                    <a:pt x="1049655" y="386461"/>
                    <a:pt x="1051814" y="383286"/>
                  </a:cubicBezTo>
                  <a:lnTo>
                    <a:pt x="1055243" y="385699"/>
                  </a:lnTo>
                  <a:lnTo>
                    <a:pt x="1051814" y="383413"/>
                  </a:lnTo>
                  <a:cubicBezTo>
                    <a:pt x="1053973" y="380238"/>
                    <a:pt x="1055751" y="376809"/>
                    <a:pt x="1057275" y="373253"/>
                  </a:cubicBezTo>
                  <a:lnTo>
                    <a:pt x="1061085" y="374904"/>
                  </a:lnTo>
                  <a:lnTo>
                    <a:pt x="1057275" y="373253"/>
                  </a:lnTo>
                  <a:cubicBezTo>
                    <a:pt x="1058799" y="369697"/>
                    <a:pt x="1059815" y="366014"/>
                    <a:pt x="1060577" y="362204"/>
                  </a:cubicBezTo>
                  <a:lnTo>
                    <a:pt x="1064641" y="363093"/>
                  </a:lnTo>
                  <a:lnTo>
                    <a:pt x="1060577" y="362331"/>
                  </a:lnTo>
                  <a:cubicBezTo>
                    <a:pt x="1061339" y="358521"/>
                    <a:pt x="1061720" y="354711"/>
                    <a:pt x="1061720" y="350901"/>
                  </a:cubicBezTo>
                  <a:lnTo>
                    <a:pt x="1061720" y="66929"/>
                  </a:lnTo>
                  <a:cubicBezTo>
                    <a:pt x="1061720" y="63119"/>
                    <a:pt x="1061339" y="59309"/>
                    <a:pt x="1060577" y="55499"/>
                  </a:cubicBezTo>
                  <a:lnTo>
                    <a:pt x="1064641" y="54737"/>
                  </a:lnTo>
                  <a:lnTo>
                    <a:pt x="1060577" y="55626"/>
                  </a:lnTo>
                  <a:cubicBezTo>
                    <a:pt x="1059815" y="51816"/>
                    <a:pt x="1058672" y="48133"/>
                    <a:pt x="1057275" y="44577"/>
                  </a:cubicBezTo>
                  <a:lnTo>
                    <a:pt x="1061085" y="42926"/>
                  </a:lnTo>
                  <a:lnTo>
                    <a:pt x="1057275" y="44577"/>
                  </a:lnTo>
                  <a:cubicBezTo>
                    <a:pt x="1055751" y="41021"/>
                    <a:pt x="1053973" y="37592"/>
                    <a:pt x="1051814" y="34417"/>
                  </a:cubicBezTo>
                  <a:lnTo>
                    <a:pt x="1055243" y="32131"/>
                  </a:lnTo>
                  <a:lnTo>
                    <a:pt x="1051814" y="34544"/>
                  </a:lnTo>
                  <a:cubicBezTo>
                    <a:pt x="1049655" y="31369"/>
                    <a:pt x="1047242" y="28321"/>
                    <a:pt x="1044448" y="25654"/>
                  </a:cubicBezTo>
                  <a:lnTo>
                    <a:pt x="1047369" y="22733"/>
                  </a:lnTo>
                  <a:lnTo>
                    <a:pt x="1044448" y="25654"/>
                  </a:lnTo>
                  <a:cubicBezTo>
                    <a:pt x="1041654" y="22860"/>
                    <a:pt x="1038860" y="20447"/>
                    <a:pt x="1035685" y="18415"/>
                  </a:cubicBezTo>
                  <a:cubicBezTo>
                    <a:pt x="1032510" y="16256"/>
                    <a:pt x="1029081" y="14478"/>
                    <a:pt x="1025525" y="12954"/>
                  </a:cubicBezTo>
                  <a:cubicBezTo>
                    <a:pt x="1022096" y="11430"/>
                    <a:pt x="1018413" y="10414"/>
                    <a:pt x="1014603" y="9652"/>
                  </a:cubicBezTo>
                  <a:cubicBezTo>
                    <a:pt x="1010920" y="8890"/>
                    <a:pt x="1006983" y="8509"/>
                    <a:pt x="1003173" y="8509"/>
                  </a:cubicBezTo>
                  <a:lnTo>
                    <a:pt x="66929" y="8509"/>
                  </a:lnTo>
                  <a:cubicBezTo>
                    <a:pt x="63119" y="8509"/>
                    <a:pt x="59309" y="8890"/>
                    <a:pt x="55499" y="9652"/>
                  </a:cubicBezTo>
                  <a:cubicBezTo>
                    <a:pt x="51689" y="10414"/>
                    <a:pt x="48006" y="11557"/>
                    <a:pt x="44577" y="12954"/>
                  </a:cubicBezTo>
                  <a:cubicBezTo>
                    <a:pt x="41021" y="14478"/>
                    <a:pt x="37592" y="16256"/>
                    <a:pt x="34417" y="18415"/>
                  </a:cubicBezTo>
                  <a:cubicBezTo>
                    <a:pt x="31242" y="20574"/>
                    <a:pt x="28321" y="22987"/>
                    <a:pt x="25654" y="25654"/>
                  </a:cubicBezTo>
                  <a:cubicBezTo>
                    <a:pt x="22987" y="28321"/>
                    <a:pt x="20447" y="31369"/>
                    <a:pt x="18288" y="34544"/>
                  </a:cubicBezTo>
                  <a:lnTo>
                    <a:pt x="14859" y="32131"/>
                  </a:lnTo>
                  <a:lnTo>
                    <a:pt x="18288" y="34417"/>
                  </a:lnTo>
                  <a:cubicBezTo>
                    <a:pt x="16129" y="37592"/>
                    <a:pt x="14351" y="41021"/>
                    <a:pt x="12827" y="44577"/>
                  </a:cubicBezTo>
                  <a:lnTo>
                    <a:pt x="9017" y="42926"/>
                  </a:lnTo>
                  <a:lnTo>
                    <a:pt x="12827" y="44577"/>
                  </a:lnTo>
                  <a:cubicBezTo>
                    <a:pt x="11303" y="48133"/>
                    <a:pt x="10287" y="51816"/>
                    <a:pt x="9525" y="55626"/>
                  </a:cubicBezTo>
                  <a:lnTo>
                    <a:pt x="5461" y="54737"/>
                  </a:lnTo>
                  <a:lnTo>
                    <a:pt x="9525" y="55499"/>
                  </a:lnTo>
                  <a:cubicBezTo>
                    <a:pt x="8763" y="59309"/>
                    <a:pt x="8382" y="63119"/>
                    <a:pt x="8382" y="66929"/>
                  </a:cubicBezTo>
                  <a:lnTo>
                    <a:pt x="8382" y="351028"/>
                  </a:lnTo>
                  <a:close/>
                </a:path>
              </a:pathLst>
            </a:custGeom>
            <a:solidFill>
              <a:srgbClr val="E5E7EB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227203" y="152019"/>
              <a:ext cx="266954" cy="267208"/>
            </a:xfrm>
            <a:custGeom>
              <a:avLst/>
              <a:gdLst/>
              <a:ahLst/>
              <a:cxnLst/>
              <a:rect r="r" b="b" t="t" l="l"/>
              <a:pathLst>
                <a:path h="267208" w="266954">
                  <a:moveTo>
                    <a:pt x="266954" y="133604"/>
                  </a:moveTo>
                  <a:cubicBezTo>
                    <a:pt x="266954" y="142367"/>
                    <a:pt x="266065" y="151130"/>
                    <a:pt x="264414" y="159639"/>
                  </a:cubicBezTo>
                  <a:cubicBezTo>
                    <a:pt x="262763" y="168148"/>
                    <a:pt x="260096" y="176657"/>
                    <a:pt x="256794" y="184658"/>
                  </a:cubicBezTo>
                  <a:cubicBezTo>
                    <a:pt x="253492" y="192659"/>
                    <a:pt x="249301" y="200533"/>
                    <a:pt x="244475" y="207772"/>
                  </a:cubicBezTo>
                  <a:cubicBezTo>
                    <a:pt x="239649" y="215011"/>
                    <a:pt x="234061" y="221869"/>
                    <a:pt x="227838" y="228092"/>
                  </a:cubicBezTo>
                  <a:cubicBezTo>
                    <a:pt x="221615" y="234315"/>
                    <a:pt x="214884" y="239903"/>
                    <a:pt x="207645" y="244729"/>
                  </a:cubicBezTo>
                  <a:cubicBezTo>
                    <a:pt x="200406" y="249555"/>
                    <a:pt x="192659" y="253746"/>
                    <a:pt x="184531" y="257048"/>
                  </a:cubicBezTo>
                  <a:cubicBezTo>
                    <a:pt x="176403" y="260350"/>
                    <a:pt x="168021" y="262890"/>
                    <a:pt x="159512" y="264668"/>
                  </a:cubicBezTo>
                  <a:cubicBezTo>
                    <a:pt x="151003" y="266446"/>
                    <a:pt x="142240" y="267208"/>
                    <a:pt x="133477" y="267208"/>
                  </a:cubicBezTo>
                  <a:cubicBezTo>
                    <a:pt x="124714" y="267208"/>
                    <a:pt x="115951" y="266319"/>
                    <a:pt x="107442" y="264668"/>
                  </a:cubicBezTo>
                  <a:cubicBezTo>
                    <a:pt x="98933" y="263017"/>
                    <a:pt x="90424" y="260477"/>
                    <a:pt x="82423" y="257048"/>
                  </a:cubicBezTo>
                  <a:cubicBezTo>
                    <a:pt x="74422" y="253619"/>
                    <a:pt x="66548" y="249555"/>
                    <a:pt x="59309" y="244729"/>
                  </a:cubicBezTo>
                  <a:cubicBezTo>
                    <a:pt x="52070" y="239903"/>
                    <a:pt x="45212" y="234315"/>
                    <a:pt x="39116" y="228092"/>
                  </a:cubicBezTo>
                  <a:cubicBezTo>
                    <a:pt x="33020" y="221869"/>
                    <a:pt x="27305" y="215138"/>
                    <a:pt x="22479" y="207772"/>
                  </a:cubicBezTo>
                  <a:cubicBezTo>
                    <a:pt x="17653" y="200406"/>
                    <a:pt x="13462" y="192786"/>
                    <a:pt x="10160" y="184658"/>
                  </a:cubicBezTo>
                  <a:cubicBezTo>
                    <a:pt x="6858" y="176530"/>
                    <a:pt x="4191" y="168148"/>
                    <a:pt x="2540" y="159639"/>
                  </a:cubicBezTo>
                  <a:cubicBezTo>
                    <a:pt x="889" y="151130"/>
                    <a:pt x="0" y="142367"/>
                    <a:pt x="0" y="133604"/>
                  </a:cubicBezTo>
                  <a:cubicBezTo>
                    <a:pt x="0" y="124841"/>
                    <a:pt x="889" y="116078"/>
                    <a:pt x="2540" y="107569"/>
                  </a:cubicBezTo>
                  <a:cubicBezTo>
                    <a:pt x="4191" y="99060"/>
                    <a:pt x="6858" y="90551"/>
                    <a:pt x="10160" y="82550"/>
                  </a:cubicBezTo>
                  <a:cubicBezTo>
                    <a:pt x="13462" y="74549"/>
                    <a:pt x="17653" y="66675"/>
                    <a:pt x="22479" y="59436"/>
                  </a:cubicBezTo>
                  <a:cubicBezTo>
                    <a:pt x="27305" y="52197"/>
                    <a:pt x="32893" y="45339"/>
                    <a:pt x="39116" y="39116"/>
                  </a:cubicBezTo>
                  <a:cubicBezTo>
                    <a:pt x="45339" y="32893"/>
                    <a:pt x="52070" y="27305"/>
                    <a:pt x="59309" y="22479"/>
                  </a:cubicBezTo>
                  <a:cubicBezTo>
                    <a:pt x="66548" y="17653"/>
                    <a:pt x="74295" y="13462"/>
                    <a:pt x="82423" y="10160"/>
                  </a:cubicBezTo>
                  <a:cubicBezTo>
                    <a:pt x="90551" y="6858"/>
                    <a:pt x="98933" y="4318"/>
                    <a:pt x="107442" y="2540"/>
                  </a:cubicBezTo>
                  <a:cubicBezTo>
                    <a:pt x="115951" y="762"/>
                    <a:pt x="124714" y="0"/>
                    <a:pt x="133477" y="0"/>
                  </a:cubicBezTo>
                  <a:cubicBezTo>
                    <a:pt x="142240" y="0"/>
                    <a:pt x="151003" y="889"/>
                    <a:pt x="159512" y="2540"/>
                  </a:cubicBezTo>
                  <a:cubicBezTo>
                    <a:pt x="168021" y="4191"/>
                    <a:pt x="176530" y="6731"/>
                    <a:pt x="184531" y="10160"/>
                  </a:cubicBezTo>
                  <a:cubicBezTo>
                    <a:pt x="192532" y="13589"/>
                    <a:pt x="200406" y="17653"/>
                    <a:pt x="207645" y="22479"/>
                  </a:cubicBezTo>
                  <a:cubicBezTo>
                    <a:pt x="214884" y="27305"/>
                    <a:pt x="221742" y="32893"/>
                    <a:pt x="227838" y="39116"/>
                  </a:cubicBezTo>
                  <a:cubicBezTo>
                    <a:pt x="233934" y="45339"/>
                    <a:pt x="239649" y="52070"/>
                    <a:pt x="244475" y="59436"/>
                  </a:cubicBezTo>
                  <a:cubicBezTo>
                    <a:pt x="249301" y="66802"/>
                    <a:pt x="253492" y="74422"/>
                    <a:pt x="256794" y="82550"/>
                  </a:cubicBezTo>
                  <a:cubicBezTo>
                    <a:pt x="260096" y="90678"/>
                    <a:pt x="262763" y="99060"/>
                    <a:pt x="264414" y="107569"/>
                  </a:cubicBezTo>
                  <a:cubicBezTo>
                    <a:pt x="266065" y="116078"/>
                    <a:pt x="266954" y="124841"/>
                    <a:pt x="266954" y="133604"/>
                  </a:cubicBezTo>
                  <a:close/>
                </a:path>
              </a:pathLst>
            </a:custGeom>
            <a:solidFill>
              <a:srgbClr val="DBEAFE"/>
            </a:solid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08003" y="2050000"/>
            <a:ext cx="200263" cy="365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102">
                <a:solidFill>
                  <a:srgbClr val="6366F1"/>
                </a:solidFill>
                <a:latin typeface="Arimo"/>
                <a:ea typeface="Arimo"/>
                <a:cs typeface="Arimo"/>
                <a:sym typeface="Arimo"/>
              </a:rPr>
              <a:t>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707048" y="2046886"/>
            <a:ext cx="2382679" cy="356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102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Network Topology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280632" y="7767701"/>
            <a:ext cx="4780124" cy="1673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2"/>
              </a:lnSpc>
            </a:pPr>
            <a:r>
              <a:rPr lang="en-US" sz="2102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Why Machine Learning?</a:t>
            </a:r>
          </a:p>
          <a:p>
            <a:pPr algn="l">
              <a:lnSpc>
                <a:spcPts val="2663"/>
              </a:lnSpc>
            </a:pPr>
            <a:r>
              <a:rPr lang="en-US" sz="1657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Enables instant prediction of extraction efficiency across the entire parameter space without running computationally expensive simulations for every point.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76915" y="6132177"/>
            <a:ext cx="1407557" cy="25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No. of Stages (N)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134522" y="7120959"/>
            <a:ext cx="1376958" cy="25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Feed Comp. (xF)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953104" y="5143394"/>
            <a:ext cx="1539121" cy="25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Solvent Ratio (S/F)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5102468" y="9056148"/>
            <a:ext cx="1306354" cy="25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ReLU Activation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8513328" y="2106415"/>
            <a:ext cx="1579483" cy="25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8"/>
              </a:lnSpc>
            </a:pPr>
            <a:r>
              <a:rPr lang="en-US" sz="1434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Feed-Forward ANN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9068417" y="5995524"/>
            <a:ext cx="1095463" cy="802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2"/>
              </a:lnSpc>
            </a:pPr>
            <a:r>
              <a:rPr lang="en-US" sz="1434">
                <a:solidFill>
                  <a:srgbClr val="475569"/>
                </a:solidFill>
                <a:latin typeface="Arimo"/>
                <a:ea typeface="Arimo"/>
                <a:cs typeface="Arimo"/>
                <a:sym typeface="Arimo"/>
              </a:rPr>
              <a:t>Extraction Efficiency (%)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697827" y="3094924"/>
            <a:ext cx="683151" cy="84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523" spc="108">
                <a:solidFill>
                  <a:srgbClr val="64748B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INPUT LAYER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5320739" y="3094924"/>
            <a:ext cx="858966" cy="84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523" spc="118">
                <a:solidFill>
                  <a:srgbClr val="64748B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HIDDEN LAYER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011418" y="3094924"/>
            <a:ext cx="873730" cy="84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1"/>
              </a:lnSpc>
            </a:pPr>
            <a:r>
              <a:rPr lang="en-US" sz="1523" spc="106">
                <a:solidFill>
                  <a:srgbClr val="64748B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OUTPUT LAYER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939734" y="6091659"/>
            <a:ext cx="157877" cy="3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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952083" y="7080441"/>
            <a:ext cx="157877" cy="3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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976813" y="5102876"/>
            <a:ext cx="157877" cy="3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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348026" y="6091659"/>
            <a:ext cx="157877" cy="3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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489609" y="3917751"/>
            <a:ext cx="179070" cy="34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>
                <a:solidFill>
                  <a:srgbClr val="D97706"/>
                </a:solidFill>
                <a:latin typeface="Arimo"/>
                <a:ea typeface="Arimo"/>
                <a:cs typeface="Arimo"/>
                <a:sym typeface="Arimo"/>
              </a:rPr>
              <a:t>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489609" y="4991285"/>
            <a:ext cx="179070" cy="34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>
                <a:solidFill>
                  <a:srgbClr val="7C3AED"/>
                </a:solidFill>
                <a:latin typeface="Arimo"/>
                <a:ea typeface="Arimo"/>
                <a:cs typeface="Arimo"/>
                <a:sym typeface="Arimo"/>
              </a:rPr>
              <a:t>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320106" y="1947430"/>
            <a:ext cx="179070" cy="52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1879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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503729" y="2639581"/>
            <a:ext cx="179070" cy="527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8"/>
              </a:lnSpc>
            </a:pPr>
            <a:r>
              <a:rPr lang="en-US" sz="1879">
                <a:solidFill>
                  <a:srgbClr val="059669"/>
                </a:solidFill>
                <a:latin typeface="Arimo"/>
                <a:ea typeface="Arimo"/>
                <a:cs typeface="Arimo"/>
                <a:sym typeface="Arimo"/>
              </a:rPr>
              <a:t>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5861640" y="527628"/>
            <a:ext cx="179070" cy="342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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11715625" y="2144196"/>
            <a:ext cx="2128838" cy="323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1"/>
              </a:lnSpc>
            </a:pPr>
            <a:r>
              <a:rPr lang="en-US" sz="1879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Training Workflow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2111128" y="2741114"/>
            <a:ext cx="1862255" cy="5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5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STEP 01</a:t>
            </a:r>
          </a:p>
          <a:p>
            <a:pPr algn="l">
              <a:lnSpc>
                <a:spcPts val="2506"/>
              </a:lnSpc>
            </a:pPr>
            <a:r>
              <a:rPr lang="en-US" sz="179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Generate Dataset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2111128" y="3828768"/>
            <a:ext cx="2293308" cy="5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5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STEP 02</a:t>
            </a:r>
          </a:p>
          <a:p>
            <a:pPr algn="l">
              <a:lnSpc>
                <a:spcPts val="2506"/>
              </a:lnSpc>
            </a:pPr>
            <a:r>
              <a:rPr lang="en-US" sz="179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Split Data (Train/Test)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12111128" y="4916439"/>
            <a:ext cx="3297739" cy="550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4"/>
              </a:lnSpc>
            </a:pPr>
            <a:r>
              <a:rPr lang="en-US" sz="1345">
                <a:solidFill>
                  <a:srgbClr val="9CA3AF"/>
                </a:solidFill>
                <a:latin typeface="Arimo"/>
                <a:ea typeface="Arimo"/>
                <a:cs typeface="Arimo"/>
                <a:sym typeface="Arimo"/>
              </a:rPr>
              <a:t>STEP 03</a:t>
            </a:r>
          </a:p>
          <a:p>
            <a:pPr algn="l">
              <a:lnSpc>
                <a:spcPts val="2506"/>
              </a:lnSpc>
            </a:pPr>
            <a:r>
              <a:rPr lang="en-US" sz="1790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Train Model (Gradient Descent)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4204342" y="3405192"/>
            <a:ext cx="145137" cy="27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1523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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4204342" y="4478727"/>
            <a:ext cx="145137" cy="27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3"/>
              </a:lnSpc>
            </a:pPr>
            <a:r>
              <a:rPr lang="en-US" sz="1523">
                <a:solidFill>
                  <a:srgbClr val="D1D5DB"/>
                </a:solidFill>
                <a:latin typeface="Arimo"/>
                <a:ea typeface="Arimo"/>
                <a:cs typeface="Arimo"/>
                <a:sym typeface="Arimo"/>
              </a:rPr>
              <a:t>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1535527" y="8412482"/>
            <a:ext cx="405408" cy="40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⚡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6341895" y="563178"/>
            <a:ext cx="760333" cy="30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9"/>
              </a:lnSpc>
            </a:pPr>
            <a:r>
              <a:rPr lang="en-US" sz="1657">
                <a:solidFill>
                  <a:srgbClr val="374151"/>
                </a:solidFill>
                <a:latin typeface="Arimo"/>
                <a:ea typeface="Arimo"/>
                <a:cs typeface="Arimo"/>
                <a:sym typeface="Arimo"/>
              </a:rPr>
              <a:t>Kaushal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954875" y="516345"/>
            <a:ext cx="6805233" cy="530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2"/>
              </a:lnSpc>
            </a:pPr>
            <a:r>
              <a:rPr lang="en-US" b="true" sz="4063">
                <a:solidFill>
                  <a:srgbClr val="111827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Machine Learning Model</a:t>
            </a:r>
          </a:p>
          <a:p>
            <a:pPr algn="l">
              <a:lnSpc>
                <a:spcPts val="4040"/>
              </a:lnSpc>
            </a:pPr>
            <a:r>
              <a:rPr lang="en-US" b="true" sz="1616" spc="40">
                <a:solidFill>
                  <a:srgbClr val="6B7280"/>
                </a:solidFill>
                <a:latin typeface="Arimo Bold"/>
                <a:ea typeface="Arimo Bold"/>
                <a:cs typeface="Arimo Bold"/>
                <a:sym typeface="Arimo Bold"/>
              </a:rPr>
              <a:t>NEURAL NETWORK ARCHITECTURE &amp; TRAINING STRATEGY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6351" y="0"/>
            <a:ext cx="16162949" cy="10600035"/>
          </a:xfrm>
          <a:custGeom>
            <a:avLst/>
            <a:gdLst/>
            <a:ahLst/>
            <a:cxnLst/>
            <a:rect r="r" b="b" t="t" l="l"/>
            <a:pathLst>
              <a:path h="10600035" w="16162949">
                <a:moveTo>
                  <a:pt x="0" y="0"/>
                </a:moveTo>
                <a:lnTo>
                  <a:pt x="16162949" y="0"/>
                </a:lnTo>
                <a:lnTo>
                  <a:pt x="16162949" y="10600035"/>
                </a:lnTo>
                <a:lnTo>
                  <a:pt x="0" y="106000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4" r="0" b="-794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406" y="1335506"/>
            <a:ext cx="6626376" cy="8321979"/>
          </a:xfrm>
          <a:custGeom>
            <a:avLst/>
            <a:gdLst/>
            <a:ahLst/>
            <a:cxnLst/>
            <a:rect r="r" b="b" t="t" l="l"/>
            <a:pathLst>
              <a:path h="8321979" w="6626376">
                <a:moveTo>
                  <a:pt x="0" y="0"/>
                </a:moveTo>
                <a:lnTo>
                  <a:pt x="6626375" y="0"/>
                </a:lnTo>
                <a:lnTo>
                  <a:pt x="6626375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11408" y="1335506"/>
            <a:ext cx="11264946" cy="8321979"/>
          </a:xfrm>
          <a:custGeom>
            <a:avLst/>
            <a:gdLst/>
            <a:ahLst/>
            <a:cxnLst/>
            <a:rect r="r" b="b" t="t" l="l"/>
            <a:pathLst>
              <a:path h="8321979" w="11264946">
                <a:moveTo>
                  <a:pt x="0" y="0"/>
                </a:moveTo>
                <a:lnTo>
                  <a:pt x="11264947" y="0"/>
                </a:lnTo>
                <a:lnTo>
                  <a:pt x="11264947" y="8321979"/>
                </a:lnTo>
                <a:lnTo>
                  <a:pt x="0" y="8321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01406" y="426920"/>
            <a:ext cx="13620006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Code: Respomse Surface and Optimization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04645" y="1506226"/>
            <a:ext cx="7463658" cy="8780774"/>
          </a:xfrm>
          <a:custGeom>
            <a:avLst/>
            <a:gdLst/>
            <a:ahLst/>
            <a:cxnLst/>
            <a:rect r="r" b="b" t="t" l="l"/>
            <a:pathLst>
              <a:path h="8780774" w="7463658">
                <a:moveTo>
                  <a:pt x="0" y="0"/>
                </a:moveTo>
                <a:lnTo>
                  <a:pt x="7463657" y="0"/>
                </a:lnTo>
                <a:lnTo>
                  <a:pt x="7463657" y="8780774"/>
                </a:lnTo>
                <a:lnTo>
                  <a:pt x="0" y="8780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1406" y="426920"/>
            <a:ext cx="6631900" cy="511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4787">
                <a:solidFill>
                  <a:srgbClr val="1A237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Algorithm Flowchart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07215" y="581829"/>
            <a:ext cx="2047875" cy="391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b="true" sz="2228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Mass Transfer II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5017"/>
            <a:chOff x="0" y="0"/>
            <a:chExt cx="10819257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0692251" cy="25019"/>
            </a:xfrm>
            <a:custGeom>
              <a:avLst/>
              <a:gdLst/>
              <a:ahLst/>
              <a:cxnLst/>
              <a:rect r="r" b="b" t="t" l="l"/>
              <a:pathLst>
                <a:path h="25019" w="10692251">
                  <a:moveTo>
                    <a:pt x="0" y="0"/>
                  </a:moveTo>
                  <a:lnTo>
                    <a:pt x="0" y="25019"/>
                  </a:lnTo>
                  <a:lnTo>
                    <a:pt x="10692251" y="25019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999490"/>
              <a:ext cx="10692251" cy="5080765"/>
            </a:xfrm>
            <a:custGeom>
              <a:avLst/>
              <a:gdLst/>
              <a:ahLst/>
              <a:cxnLst/>
              <a:rect r="r" b="b" t="t" l="l"/>
              <a:pathLst>
                <a:path h="5080765" w="10692251">
                  <a:moveTo>
                    <a:pt x="0" y="0"/>
                  </a:moveTo>
                  <a:lnTo>
                    <a:pt x="0" y="5080765"/>
                  </a:lnTo>
                  <a:lnTo>
                    <a:pt x="10692251" y="5080765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4089" y="2054830"/>
            <a:ext cx="8207278" cy="5960967"/>
            <a:chOff x="0" y="0"/>
            <a:chExt cx="6473952" cy="47020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3952" cy="4702048"/>
            </a:xfrm>
            <a:custGeom>
              <a:avLst/>
              <a:gdLst/>
              <a:ahLst/>
              <a:cxnLst/>
              <a:rect r="r" b="b" t="t" l="l"/>
              <a:pathLst>
                <a:path h="4702048" w="6473952">
                  <a:moveTo>
                    <a:pt x="6249035" y="57150"/>
                  </a:moveTo>
                  <a:cubicBezTo>
                    <a:pt x="6265291" y="57150"/>
                    <a:pt x="6280912" y="60198"/>
                    <a:pt x="6295898" y="66421"/>
                  </a:cubicBezTo>
                  <a:cubicBezTo>
                    <a:pt x="6310884" y="72644"/>
                    <a:pt x="6324219" y="81534"/>
                    <a:pt x="6335649" y="92964"/>
                  </a:cubicBezTo>
                  <a:cubicBezTo>
                    <a:pt x="6347079" y="104394"/>
                    <a:pt x="6355969" y="117729"/>
                    <a:pt x="6362192" y="132715"/>
                  </a:cubicBezTo>
                  <a:cubicBezTo>
                    <a:pt x="6368415" y="147701"/>
                    <a:pt x="6371590" y="163322"/>
                    <a:pt x="6371590" y="179578"/>
                  </a:cubicBezTo>
                  <a:lnTo>
                    <a:pt x="6371590" y="4436110"/>
                  </a:lnTo>
                  <a:cubicBezTo>
                    <a:pt x="6371590" y="4452366"/>
                    <a:pt x="6368415" y="4467987"/>
                    <a:pt x="6362192" y="4482973"/>
                  </a:cubicBezTo>
                  <a:cubicBezTo>
                    <a:pt x="6355969" y="4497959"/>
                    <a:pt x="6347079" y="4511294"/>
                    <a:pt x="6335649" y="4522724"/>
                  </a:cubicBezTo>
                  <a:cubicBezTo>
                    <a:pt x="6324219" y="4534154"/>
                    <a:pt x="6310884" y="4543044"/>
                    <a:pt x="6295898" y="4549267"/>
                  </a:cubicBezTo>
                  <a:cubicBezTo>
                    <a:pt x="6280912" y="4555490"/>
                    <a:pt x="6265291" y="4558665"/>
                    <a:pt x="6249035" y="4558665"/>
                  </a:cubicBezTo>
                  <a:lnTo>
                    <a:pt x="221107" y="4558665"/>
                  </a:lnTo>
                  <a:cubicBezTo>
                    <a:pt x="204851" y="4558665"/>
                    <a:pt x="189230" y="4555490"/>
                    <a:pt x="174244" y="4549267"/>
                  </a:cubicBezTo>
                  <a:cubicBezTo>
                    <a:pt x="159258" y="4543044"/>
                    <a:pt x="145923" y="4534154"/>
                    <a:pt x="134493" y="4522724"/>
                  </a:cubicBezTo>
                  <a:cubicBezTo>
                    <a:pt x="123063" y="4511294"/>
                    <a:pt x="114173" y="4497959"/>
                    <a:pt x="107950" y="4482973"/>
                  </a:cubicBezTo>
                  <a:cubicBezTo>
                    <a:pt x="101727" y="4467987"/>
                    <a:pt x="98679" y="4452366"/>
                    <a:pt x="98679" y="4436110"/>
                  </a:cubicBezTo>
                  <a:lnTo>
                    <a:pt x="98679" y="179705"/>
                  </a:lnTo>
                  <a:cubicBezTo>
                    <a:pt x="98679" y="163449"/>
                    <a:pt x="101727" y="147828"/>
                    <a:pt x="107950" y="132842"/>
                  </a:cubicBezTo>
                  <a:cubicBezTo>
                    <a:pt x="114173" y="117856"/>
                    <a:pt x="123063" y="104521"/>
                    <a:pt x="134493" y="93091"/>
                  </a:cubicBezTo>
                  <a:cubicBezTo>
                    <a:pt x="145923" y="81661"/>
                    <a:pt x="159258" y="72771"/>
                    <a:pt x="174244" y="66548"/>
                  </a:cubicBezTo>
                  <a:cubicBezTo>
                    <a:pt x="189230" y="60325"/>
                    <a:pt x="204851" y="57277"/>
                    <a:pt x="221107" y="57277"/>
                  </a:cubicBezTo>
                  <a:close/>
                  <a:moveTo>
                    <a:pt x="0" y="0"/>
                  </a:moveTo>
                  <a:lnTo>
                    <a:pt x="0" y="4702048"/>
                  </a:lnTo>
                  <a:lnTo>
                    <a:pt x="6473952" y="4702048"/>
                  </a:lnTo>
                  <a:lnTo>
                    <a:pt x="647395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736749" y="1947490"/>
            <a:ext cx="8421943" cy="6175632"/>
          </a:xfrm>
          <a:custGeom>
            <a:avLst/>
            <a:gdLst/>
            <a:ahLst/>
            <a:cxnLst/>
            <a:rect r="r" b="b" t="t" l="l"/>
            <a:pathLst>
              <a:path h="6175632" w="8421943">
                <a:moveTo>
                  <a:pt x="0" y="0"/>
                </a:moveTo>
                <a:lnTo>
                  <a:pt x="8421943" y="0"/>
                </a:lnTo>
                <a:lnTo>
                  <a:pt x="8421943" y="6175632"/>
                </a:lnTo>
                <a:lnTo>
                  <a:pt x="0" y="6175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247146" y="2054830"/>
            <a:ext cx="8207278" cy="5960967"/>
            <a:chOff x="0" y="0"/>
            <a:chExt cx="6473952" cy="47020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3952" cy="4702048"/>
            </a:xfrm>
            <a:custGeom>
              <a:avLst/>
              <a:gdLst/>
              <a:ahLst/>
              <a:cxnLst/>
              <a:rect r="r" b="b" t="t" l="l"/>
              <a:pathLst>
                <a:path h="4702048" w="6473952">
                  <a:moveTo>
                    <a:pt x="6250305" y="57150"/>
                  </a:moveTo>
                  <a:cubicBezTo>
                    <a:pt x="6266561" y="57150"/>
                    <a:pt x="6282182" y="60198"/>
                    <a:pt x="6297168" y="66421"/>
                  </a:cubicBezTo>
                  <a:cubicBezTo>
                    <a:pt x="6312154" y="72644"/>
                    <a:pt x="6325489" y="81534"/>
                    <a:pt x="6336919" y="92964"/>
                  </a:cubicBezTo>
                  <a:cubicBezTo>
                    <a:pt x="6348349" y="104394"/>
                    <a:pt x="6357239" y="117729"/>
                    <a:pt x="6363462" y="132715"/>
                  </a:cubicBezTo>
                  <a:cubicBezTo>
                    <a:pt x="6369685" y="147701"/>
                    <a:pt x="6372733" y="163322"/>
                    <a:pt x="6372733" y="179578"/>
                  </a:cubicBezTo>
                  <a:lnTo>
                    <a:pt x="6372733" y="4436110"/>
                  </a:lnTo>
                  <a:cubicBezTo>
                    <a:pt x="6372733" y="4452366"/>
                    <a:pt x="6369685" y="4467987"/>
                    <a:pt x="6363462" y="4482973"/>
                  </a:cubicBezTo>
                  <a:cubicBezTo>
                    <a:pt x="6357239" y="4497959"/>
                    <a:pt x="6348349" y="4511294"/>
                    <a:pt x="6336919" y="4522724"/>
                  </a:cubicBezTo>
                  <a:cubicBezTo>
                    <a:pt x="6325489" y="4534154"/>
                    <a:pt x="6312154" y="4543044"/>
                    <a:pt x="6297168" y="4549267"/>
                  </a:cubicBezTo>
                  <a:cubicBezTo>
                    <a:pt x="6282182" y="4555490"/>
                    <a:pt x="6266561" y="4558665"/>
                    <a:pt x="6250305" y="4558665"/>
                  </a:cubicBezTo>
                  <a:lnTo>
                    <a:pt x="222377" y="4558665"/>
                  </a:lnTo>
                  <a:cubicBezTo>
                    <a:pt x="206121" y="4558665"/>
                    <a:pt x="190500" y="4555490"/>
                    <a:pt x="175514" y="4549267"/>
                  </a:cubicBezTo>
                  <a:cubicBezTo>
                    <a:pt x="160528" y="4543044"/>
                    <a:pt x="147320" y="4534154"/>
                    <a:pt x="135763" y="4522724"/>
                  </a:cubicBezTo>
                  <a:cubicBezTo>
                    <a:pt x="124206" y="4511294"/>
                    <a:pt x="115443" y="4497959"/>
                    <a:pt x="109220" y="4482973"/>
                  </a:cubicBezTo>
                  <a:cubicBezTo>
                    <a:pt x="102997" y="4467987"/>
                    <a:pt x="99822" y="4452366"/>
                    <a:pt x="99822" y="4436110"/>
                  </a:cubicBezTo>
                  <a:lnTo>
                    <a:pt x="99822" y="179705"/>
                  </a:lnTo>
                  <a:cubicBezTo>
                    <a:pt x="99822" y="163449"/>
                    <a:pt x="102997" y="147828"/>
                    <a:pt x="109220" y="132842"/>
                  </a:cubicBezTo>
                  <a:cubicBezTo>
                    <a:pt x="115443" y="117856"/>
                    <a:pt x="124333" y="104521"/>
                    <a:pt x="135763" y="93091"/>
                  </a:cubicBezTo>
                  <a:cubicBezTo>
                    <a:pt x="147193" y="81661"/>
                    <a:pt x="160528" y="72771"/>
                    <a:pt x="175514" y="66548"/>
                  </a:cubicBezTo>
                  <a:cubicBezTo>
                    <a:pt x="190500" y="60325"/>
                    <a:pt x="206121" y="57277"/>
                    <a:pt x="222377" y="57277"/>
                  </a:cubicBezTo>
                  <a:close/>
                  <a:moveTo>
                    <a:pt x="0" y="0"/>
                  </a:moveTo>
                  <a:lnTo>
                    <a:pt x="0" y="4702048"/>
                  </a:lnTo>
                  <a:lnTo>
                    <a:pt x="6473952" y="4702048"/>
                  </a:lnTo>
                  <a:lnTo>
                    <a:pt x="6473952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9139806" y="1947490"/>
            <a:ext cx="8421943" cy="6175632"/>
          </a:xfrm>
          <a:custGeom>
            <a:avLst/>
            <a:gdLst/>
            <a:ahLst/>
            <a:cxnLst/>
            <a:rect r="r" b="b" t="t" l="l"/>
            <a:pathLst>
              <a:path h="6175632" w="8421943">
                <a:moveTo>
                  <a:pt x="0" y="0"/>
                </a:moveTo>
                <a:lnTo>
                  <a:pt x="8421943" y="0"/>
                </a:lnTo>
                <a:lnTo>
                  <a:pt x="8421943" y="6175632"/>
                </a:lnTo>
                <a:lnTo>
                  <a:pt x="0" y="61756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58614" y="7959124"/>
            <a:ext cx="16981285" cy="2251463"/>
            <a:chOff x="0" y="0"/>
            <a:chExt cx="13394944" cy="17759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94944" cy="1775968"/>
            </a:xfrm>
            <a:custGeom>
              <a:avLst/>
              <a:gdLst/>
              <a:ahLst/>
              <a:cxnLst/>
              <a:rect r="r" b="b" t="t" l="l"/>
              <a:pathLst>
                <a:path h="1775968" w="13394944">
                  <a:moveTo>
                    <a:pt x="13024993" y="202184"/>
                  </a:moveTo>
                  <a:cubicBezTo>
                    <a:pt x="13041249" y="202184"/>
                    <a:pt x="13056870" y="205232"/>
                    <a:pt x="13071856" y="211455"/>
                  </a:cubicBezTo>
                  <a:cubicBezTo>
                    <a:pt x="13086842" y="217678"/>
                    <a:pt x="13100177" y="226568"/>
                    <a:pt x="13111606" y="237998"/>
                  </a:cubicBezTo>
                  <a:cubicBezTo>
                    <a:pt x="13123036" y="249428"/>
                    <a:pt x="13131927" y="262763"/>
                    <a:pt x="13138150" y="277749"/>
                  </a:cubicBezTo>
                  <a:cubicBezTo>
                    <a:pt x="13144373" y="292735"/>
                    <a:pt x="13147421" y="308356"/>
                    <a:pt x="13147421" y="324612"/>
                  </a:cubicBezTo>
                  <a:lnTo>
                    <a:pt x="13147421" y="1360805"/>
                  </a:lnTo>
                  <a:cubicBezTo>
                    <a:pt x="13147421" y="1377061"/>
                    <a:pt x="13144373" y="1392682"/>
                    <a:pt x="13138150" y="1407668"/>
                  </a:cubicBezTo>
                  <a:cubicBezTo>
                    <a:pt x="13131927" y="1422654"/>
                    <a:pt x="13123036" y="1435989"/>
                    <a:pt x="13111606" y="1447419"/>
                  </a:cubicBezTo>
                  <a:cubicBezTo>
                    <a:pt x="13100177" y="1458849"/>
                    <a:pt x="13086842" y="1467739"/>
                    <a:pt x="13071856" y="1473962"/>
                  </a:cubicBezTo>
                  <a:cubicBezTo>
                    <a:pt x="13056870" y="1480185"/>
                    <a:pt x="13041249" y="1483360"/>
                    <a:pt x="13024993" y="1483360"/>
                  </a:cubicBezTo>
                  <a:lnTo>
                    <a:pt x="367411" y="1483360"/>
                  </a:lnTo>
                  <a:cubicBezTo>
                    <a:pt x="351155" y="1483360"/>
                    <a:pt x="335534" y="1480312"/>
                    <a:pt x="320548" y="1473962"/>
                  </a:cubicBezTo>
                  <a:cubicBezTo>
                    <a:pt x="305562" y="1467612"/>
                    <a:pt x="292227" y="1458976"/>
                    <a:pt x="280797" y="1447419"/>
                  </a:cubicBezTo>
                  <a:cubicBezTo>
                    <a:pt x="269367" y="1435862"/>
                    <a:pt x="260477" y="1422654"/>
                    <a:pt x="254254" y="1407668"/>
                  </a:cubicBezTo>
                  <a:cubicBezTo>
                    <a:pt x="248031" y="1392682"/>
                    <a:pt x="244983" y="1377061"/>
                    <a:pt x="244983" y="1360805"/>
                  </a:cubicBezTo>
                  <a:lnTo>
                    <a:pt x="244983" y="324612"/>
                  </a:lnTo>
                  <a:cubicBezTo>
                    <a:pt x="244983" y="308356"/>
                    <a:pt x="248031" y="292735"/>
                    <a:pt x="254254" y="277749"/>
                  </a:cubicBezTo>
                  <a:cubicBezTo>
                    <a:pt x="260477" y="262763"/>
                    <a:pt x="269367" y="249555"/>
                    <a:pt x="280797" y="237998"/>
                  </a:cubicBezTo>
                  <a:cubicBezTo>
                    <a:pt x="292227" y="226441"/>
                    <a:pt x="305562" y="217678"/>
                    <a:pt x="320548" y="211455"/>
                  </a:cubicBezTo>
                  <a:cubicBezTo>
                    <a:pt x="335534" y="205232"/>
                    <a:pt x="351155" y="202184"/>
                    <a:pt x="367411" y="202184"/>
                  </a:cubicBezTo>
                  <a:close/>
                  <a:moveTo>
                    <a:pt x="0" y="0"/>
                  </a:moveTo>
                  <a:lnTo>
                    <a:pt x="0" y="1775968"/>
                  </a:lnTo>
                  <a:lnTo>
                    <a:pt x="13394944" y="1775968"/>
                  </a:lnTo>
                  <a:lnTo>
                    <a:pt x="13394944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51274" y="7851784"/>
            <a:ext cx="17195950" cy="2466128"/>
            <a:chOff x="0" y="0"/>
            <a:chExt cx="10173208" cy="1458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10046208" cy="1331976"/>
            </a:xfrm>
            <a:custGeom>
              <a:avLst/>
              <a:gdLst/>
              <a:ahLst/>
              <a:cxnLst/>
              <a:rect r="r" b="b" t="t" l="l"/>
              <a:pathLst>
                <a:path h="1331976" w="10046208">
                  <a:moveTo>
                    <a:pt x="0" y="0"/>
                  </a:moveTo>
                  <a:lnTo>
                    <a:pt x="10046208" y="0"/>
                  </a:lnTo>
                  <a:lnTo>
                    <a:pt x="10046208" y="1331976"/>
                  </a:lnTo>
                  <a:lnTo>
                    <a:pt x="0" y="1331976"/>
                  </a:ln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38760" y="206629"/>
              <a:ext cx="9693910" cy="977900"/>
            </a:xfrm>
            <a:custGeom>
              <a:avLst/>
              <a:gdLst/>
              <a:ahLst/>
              <a:cxnLst/>
              <a:rect r="r" b="b" t="t" l="l"/>
              <a:pathLst>
                <a:path h="977900" w="9693910">
                  <a:moveTo>
                    <a:pt x="0" y="877570"/>
                  </a:moveTo>
                  <a:lnTo>
                    <a:pt x="0" y="100330"/>
                  </a:lnTo>
                  <a:cubicBezTo>
                    <a:pt x="0" y="93726"/>
                    <a:pt x="635" y="87249"/>
                    <a:pt x="1905" y="80772"/>
                  </a:cubicBezTo>
                  <a:cubicBezTo>
                    <a:pt x="3175" y="74295"/>
                    <a:pt x="5080" y="68072"/>
                    <a:pt x="7620" y="61976"/>
                  </a:cubicBezTo>
                  <a:cubicBezTo>
                    <a:pt x="10160" y="55880"/>
                    <a:pt x="13208" y="50165"/>
                    <a:pt x="16891" y="44577"/>
                  </a:cubicBezTo>
                  <a:cubicBezTo>
                    <a:pt x="20574" y="38989"/>
                    <a:pt x="24765" y="34036"/>
                    <a:pt x="29337" y="29337"/>
                  </a:cubicBezTo>
                  <a:cubicBezTo>
                    <a:pt x="33909" y="24638"/>
                    <a:pt x="39116" y="20574"/>
                    <a:pt x="44577" y="16891"/>
                  </a:cubicBezTo>
                  <a:cubicBezTo>
                    <a:pt x="50038" y="13208"/>
                    <a:pt x="55880" y="10160"/>
                    <a:pt x="61976" y="7620"/>
                  </a:cubicBezTo>
                  <a:cubicBezTo>
                    <a:pt x="68072" y="5080"/>
                    <a:pt x="74295" y="3175"/>
                    <a:pt x="80772" y="1905"/>
                  </a:cubicBezTo>
                  <a:cubicBezTo>
                    <a:pt x="87249" y="635"/>
                    <a:pt x="93726" y="0"/>
                    <a:pt x="100330" y="0"/>
                  </a:cubicBezTo>
                  <a:lnTo>
                    <a:pt x="9593580" y="0"/>
                  </a:lnTo>
                  <a:cubicBezTo>
                    <a:pt x="9600184" y="0"/>
                    <a:pt x="9606661" y="635"/>
                    <a:pt x="9613138" y="1905"/>
                  </a:cubicBezTo>
                  <a:cubicBezTo>
                    <a:pt x="9619615" y="3175"/>
                    <a:pt x="9625838" y="5080"/>
                    <a:pt x="9631934" y="7620"/>
                  </a:cubicBezTo>
                  <a:cubicBezTo>
                    <a:pt x="9638030" y="10160"/>
                    <a:pt x="9643745" y="13208"/>
                    <a:pt x="9649333" y="16891"/>
                  </a:cubicBezTo>
                  <a:cubicBezTo>
                    <a:pt x="9654921" y="20574"/>
                    <a:pt x="9659874" y="24765"/>
                    <a:pt x="9664573" y="29337"/>
                  </a:cubicBezTo>
                  <a:cubicBezTo>
                    <a:pt x="9669272" y="33909"/>
                    <a:pt x="9673336" y="39116"/>
                    <a:pt x="9677019" y="44577"/>
                  </a:cubicBezTo>
                  <a:cubicBezTo>
                    <a:pt x="9680702" y="50038"/>
                    <a:pt x="9683750" y="55880"/>
                    <a:pt x="9686290" y="61976"/>
                  </a:cubicBezTo>
                  <a:cubicBezTo>
                    <a:pt x="9688830" y="68072"/>
                    <a:pt x="9690735" y="74295"/>
                    <a:pt x="9692005" y="80772"/>
                  </a:cubicBezTo>
                  <a:cubicBezTo>
                    <a:pt x="9693275" y="87249"/>
                    <a:pt x="9693910" y="93726"/>
                    <a:pt x="9693910" y="100330"/>
                  </a:cubicBezTo>
                  <a:lnTo>
                    <a:pt x="9693910" y="877570"/>
                  </a:lnTo>
                  <a:cubicBezTo>
                    <a:pt x="9693910" y="884174"/>
                    <a:pt x="9693275" y="890651"/>
                    <a:pt x="9692005" y="897128"/>
                  </a:cubicBezTo>
                  <a:cubicBezTo>
                    <a:pt x="9690735" y="903605"/>
                    <a:pt x="9688830" y="909828"/>
                    <a:pt x="9686290" y="915924"/>
                  </a:cubicBezTo>
                  <a:cubicBezTo>
                    <a:pt x="9683750" y="922020"/>
                    <a:pt x="9680702" y="927735"/>
                    <a:pt x="9677019" y="933323"/>
                  </a:cubicBezTo>
                  <a:cubicBezTo>
                    <a:pt x="9673336" y="938911"/>
                    <a:pt x="9669145" y="943864"/>
                    <a:pt x="9664573" y="948563"/>
                  </a:cubicBezTo>
                  <a:cubicBezTo>
                    <a:pt x="9660001" y="953262"/>
                    <a:pt x="9654794" y="957326"/>
                    <a:pt x="9649333" y="961009"/>
                  </a:cubicBezTo>
                  <a:cubicBezTo>
                    <a:pt x="9643872" y="964692"/>
                    <a:pt x="9638030" y="967740"/>
                    <a:pt x="9631934" y="970280"/>
                  </a:cubicBezTo>
                  <a:cubicBezTo>
                    <a:pt x="9625838" y="972820"/>
                    <a:pt x="9619615" y="974725"/>
                    <a:pt x="9613138" y="975995"/>
                  </a:cubicBezTo>
                  <a:cubicBezTo>
                    <a:pt x="9606661" y="977265"/>
                    <a:pt x="9600184" y="977900"/>
                    <a:pt x="9593580" y="977900"/>
                  </a:cubicBezTo>
                  <a:lnTo>
                    <a:pt x="100330" y="977900"/>
                  </a:lnTo>
                  <a:cubicBezTo>
                    <a:pt x="93726" y="977900"/>
                    <a:pt x="87249" y="977265"/>
                    <a:pt x="80772" y="975995"/>
                  </a:cubicBezTo>
                  <a:cubicBezTo>
                    <a:pt x="74295" y="974725"/>
                    <a:pt x="68072" y="972820"/>
                    <a:pt x="61976" y="970280"/>
                  </a:cubicBezTo>
                  <a:cubicBezTo>
                    <a:pt x="55880" y="967740"/>
                    <a:pt x="50165" y="964692"/>
                    <a:pt x="44577" y="961009"/>
                  </a:cubicBezTo>
                  <a:cubicBezTo>
                    <a:pt x="38989" y="957326"/>
                    <a:pt x="34036" y="953135"/>
                    <a:pt x="29337" y="948563"/>
                  </a:cubicBezTo>
                  <a:cubicBezTo>
                    <a:pt x="24638" y="943991"/>
                    <a:pt x="20574" y="938784"/>
                    <a:pt x="16891" y="933323"/>
                  </a:cubicBezTo>
                  <a:cubicBezTo>
                    <a:pt x="13208" y="927862"/>
                    <a:pt x="10160" y="922020"/>
                    <a:pt x="7620" y="915924"/>
                  </a:cubicBezTo>
                  <a:cubicBezTo>
                    <a:pt x="5080" y="909828"/>
                    <a:pt x="3175" y="903605"/>
                    <a:pt x="1905" y="897128"/>
                  </a:cubicBezTo>
                  <a:cubicBezTo>
                    <a:pt x="635" y="890651"/>
                    <a:pt x="0" y="884174"/>
                    <a:pt x="0" y="877570"/>
                  </a:cubicBezTo>
                  <a:close/>
                </a:path>
              </a:pathLst>
            </a:custGeom>
            <a:solidFill>
              <a:srgbClr val="26323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89331" y="449199"/>
              <a:ext cx="501523" cy="501142"/>
            </a:xfrm>
            <a:custGeom>
              <a:avLst/>
              <a:gdLst/>
              <a:ahLst/>
              <a:cxnLst/>
              <a:rect r="r" b="b" t="t" l="l"/>
              <a:pathLst>
                <a:path h="501142" w="501523">
                  <a:moveTo>
                    <a:pt x="501523" y="250571"/>
                  </a:moveTo>
                  <a:cubicBezTo>
                    <a:pt x="501523" y="258826"/>
                    <a:pt x="501142" y="266954"/>
                    <a:pt x="500380" y="275082"/>
                  </a:cubicBezTo>
                  <a:cubicBezTo>
                    <a:pt x="499618" y="283210"/>
                    <a:pt x="498348" y="291338"/>
                    <a:pt x="496824" y="299466"/>
                  </a:cubicBezTo>
                  <a:cubicBezTo>
                    <a:pt x="495300" y="307594"/>
                    <a:pt x="493268" y="315468"/>
                    <a:pt x="490855" y="323342"/>
                  </a:cubicBezTo>
                  <a:cubicBezTo>
                    <a:pt x="488442" y="331216"/>
                    <a:pt x="485648" y="338963"/>
                    <a:pt x="482600" y="346456"/>
                  </a:cubicBezTo>
                  <a:cubicBezTo>
                    <a:pt x="479552" y="353949"/>
                    <a:pt x="475996" y="361442"/>
                    <a:pt x="472059" y="368681"/>
                  </a:cubicBezTo>
                  <a:cubicBezTo>
                    <a:pt x="468122" y="375920"/>
                    <a:pt x="463931" y="382905"/>
                    <a:pt x="459359" y="389763"/>
                  </a:cubicBezTo>
                  <a:cubicBezTo>
                    <a:pt x="454787" y="396621"/>
                    <a:pt x="449961" y="403225"/>
                    <a:pt x="444754" y="409575"/>
                  </a:cubicBezTo>
                  <a:cubicBezTo>
                    <a:pt x="439547" y="415925"/>
                    <a:pt x="434086" y="422021"/>
                    <a:pt x="428244" y="427863"/>
                  </a:cubicBezTo>
                  <a:cubicBezTo>
                    <a:pt x="422402" y="433705"/>
                    <a:pt x="416306" y="439166"/>
                    <a:pt x="409956" y="444373"/>
                  </a:cubicBezTo>
                  <a:cubicBezTo>
                    <a:pt x="403606" y="449580"/>
                    <a:pt x="397002" y="454406"/>
                    <a:pt x="390144" y="458978"/>
                  </a:cubicBezTo>
                  <a:cubicBezTo>
                    <a:pt x="383286" y="463550"/>
                    <a:pt x="376301" y="467741"/>
                    <a:pt x="369062" y="471678"/>
                  </a:cubicBezTo>
                  <a:cubicBezTo>
                    <a:pt x="361823" y="475615"/>
                    <a:pt x="354457" y="479044"/>
                    <a:pt x="346837" y="482219"/>
                  </a:cubicBezTo>
                  <a:cubicBezTo>
                    <a:pt x="339217" y="485394"/>
                    <a:pt x="331597" y="488188"/>
                    <a:pt x="323723" y="490474"/>
                  </a:cubicBezTo>
                  <a:cubicBezTo>
                    <a:pt x="315849" y="492760"/>
                    <a:pt x="307848" y="494792"/>
                    <a:pt x="299847" y="496443"/>
                  </a:cubicBezTo>
                  <a:cubicBezTo>
                    <a:pt x="291846" y="498094"/>
                    <a:pt x="283718" y="499237"/>
                    <a:pt x="275463" y="499999"/>
                  </a:cubicBezTo>
                  <a:cubicBezTo>
                    <a:pt x="267208" y="500761"/>
                    <a:pt x="259080" y="501142"/>
                    <a:pt x="250825" y="501142"/>
                  </a:cubicBezTo>
                  <a:cubicBezTo>
                    <a:pt x="242570" y="501142"/>
                    <a:pt x="234442" y="500761"/>
                    <a:pt x="226187" y="499999"/>
                  </a:cubicBezTo>
                  <a:cubicBezTo>
                    <a:pt x="217932" y="499237"/>
                    <a:pt x="209931" y="497967"/>
                    <a:pt x="201803" y="496443"/>
                  </a:cubicBezTo>
                  <a:cubicBezTo>
                    <a:pt x="193675" y="494919"/>
                    <a:pt x="185801" y="492887"/>
                    <a:pt x="177927" y="490474"/>
                  </a:cubicBezTo>
                  <a:cubicBezTo>
                    <a:pt x="170053" y="488061"/>
                    <a:pt x="162306" y="485267"/>
                    <a:pt x="154813" y="482219"/>
                  </a:cubicBezTo>
                  <a:cubicBezTo>
                    <a:pt x="147320" y="479171"/>
                    <a:pt x="139827" y="475615"/>
                    <a:pt x="132588" y="471678"/>
                  </a:cubicBezTo>
                  <a:cubicBezTo>
                    <a:pt x="125349" y="467741"/>
                    <a:pt x="118364" y="463550"/>
                    <a:pt x="111506" y="458978"/>
                  </a:cubicBezTo>
                  <a:cubicBezTo>
                    <a:pt x="104648" y="454406"/>
                    <a:pt x="98044" y="449580"/>
                    <a:pt x="91694" y="444373"/>
                  </a:cubicBezTo>
                  <a:cubicBezTo>
                    <a:pt x="85344" y="439166"/>
                    <a:pt x="79248" y="433705"/>
                    <a:pt x="73406" y="427863"/>
                  </a:cubicBezTo>
                  <a:cubicBezTo>
                    <a:pt x="67564" y="422021"/>
                    <a:pt x="62103" y="415925"/>
                    <a:pt x="56896" y="409575"/>
                  </a:cubicBezTo>
                  <a:cubicBezTo>
                    <a:pt x="51689" y="403225"/>
                    <a:pt x="46863" y="396621"/>
                    <a:pt x="42291" y="389763"/>
                  </a:cubicBezTo>
                  <a:cubicBezTo>
                    <a:pt x="37719" y="382905"/>
                    <a:pt x="33528" y="375920"/>
                    <a:pt x="29591" y="368681"/>
                  </a:cubicBezTo>
                  <a:cubicBezTo>
                    <a:pt x="25654" y="361442"/>
                    <a:pt x="22225" y="354076"/>
                    <a:pt x="19050" y="346456"/>
                  </a:cubicBezTo>
                  <a:cubicBezTo>
                    <a:pt x="15875" y="338836"/>
                    <a:pt x="13208" y="331216"/>
                    <a:pt x="10795" y="323342"/>
                  </a:cubicBezTo>
                  <a:cubicBezTo>
                    <a:pt x="8382" y="315468"/>
                    <a:pt x="6477" y="307467"/>
                    <a:pt x="4826" y="299466"/>
                  </a:cubicBezTo>
                  <a:cubicBezTo>
                    <a:pt x="3175" y="291465"/>
                    <a:pt x="2032" y="283337"/>
                    <a:pt x="1270" y="275082"/>
                  </a:cubicBezTo>
                  <a:cubicBezTo>
                    <a:pt x="508" y="266827"/>
                    <a:pt x="0" y="258699"/>
                    <a:pt x="0" y="250571"/>
                  </a:cubicBezTo>
                  <a:cubicBezTo>
                    <a:pt x="0" y="242443"/>
                    <a:pt x="381" y="234188"/>
                    <a:pt x="1270" y="226060"/>
                  </a:cubicBezTo>
                  <a:cubicBezTo>
                    <a:pt x="2159" y="217932"/>
                    <a:pt x="3302" y="209804"/>
                    <a:pt x="4826" y="201676"/>
                  </a:cubicBezTo>
                  <a:cubicBezTo>
                    <a:pt x="6350" y="193548"/>
                    <a:pt x="8382" y="185674"/>
                    <a:pt x="10795" y="177800"/>
                  </a:cubicBezTo>
                  <a:cubicBezTo>
                    <a:pt x="13208" y="169926"/>
                    <a:pt x="16002" y="162179"/>
                    <a:pt x="19050" y="154686"/>
                  </a:cubicBezTo>
                  <a:cubicBezTo>
                    <a:pt x="22098" y="147193"/>
                    <a:pt x="25654" y="139700"/>
                    <a:pt x="29591" y="132461"/>
                  </a:cubicBezTo>
                  <a:cubicBezTo>
                    <a:pt x="33528" y="125222"/>
                    <a:pt x="37719" y="118237"/>
                    <a:pt x="42291" y="111379"/>
                  </a:cubicBezTo>
                  <a:cubicBezTo>
                    <a:pt x="46863" y="104521"/>
                    <a:pt x="51689" y="97917"/>
                    <a:pt x="56896" y="91567"/>
                  </a:cubicBezTo>
                  <a:cubicBezTo>
                    <a:pt x="62103" y="85217"/>
                    <a:pt x="67564" y="79121"/>
                    <a:pt x="73406" y="73279"/>
                  </a:cubicBezTo>
                  <a:cubicBezTo>
                    <a:pt x="79248" y="67437"/>
                    <a:pt x="85344" y="61976"/>
                    <a:pt x="91694" y="56769"/>
                  </a:cubicBezTo>
                  <a:cubicBezTo>
                    <a:pt x="98044" y="51562"/>
                    <a:pt x="104648" y="46736"/>
                    <a:pt x="111506" y="42164"/>
                  </a:cubicBezTo>
                  <a:cubicBezTo>
                    <a:pt x="118364" y="37592"/>
                    <a:pt x="125349" y="33401"/>
                    <a:pt x="132588" y="29464"/>
                  </a:cubicBezTo>
                  <a:cubicBezTo>
                    <a:pt x="139827" y="25527"/>
                    <a:pt x="147193" y="22098"/>
                    <a:pt x="154813" y="18923"/>
                  </a:cubicBezTo>
                  <a:cubicBezTo>
                    <a:pt x="162433" y="15748"/>
                    <a:pt x="170180" y="12954"/>
                    <a:pt x="177927" y="10668"/>
                  </a:cubicBezTo>
                  <a:cubicBezTo>
                    <a:pt x="185674" y="8382"/>
                    <a:pt x="193802" y="6350"/>
                    <a:pt x="201803" y="4699"/>
                  </a:cubicBezTo>
                  <a:cubicBezTo>
                    <a:pt x="209804" y="3048"/>
                    <a:pt x="217932" y="1905"/>
                    <a:pt x="226187" y="1143"/>
                  </a:cubicBezTo>
                  <a:cubicBezTo>
                    <a:pt x="234442" y="381"/>
                    <a:pt x="242570" y="0"/>
                    <a:pt x="250825" y="0"/>
                  </a:cubicBezTo>
                  <a:cubicBezTo>
                    <a:pt x="259080" y="0"/>
                    <a:pt x="267208" y="381"/>
                    <a:pt x="275463" y="1143"/>
                  </a:cubicBezTo>
                  <a:cubicBezTo>
                    <a:pt x="283718" y="1905"/>
                    <a:pt x="291719" y="3175"/>
                    <a:pt x="299847" y="4699"/>
                  </a:cubicBezTo>
                  <a:cubicBezTo>
                    <a:pt x="307975" y="6223"/>
                    <a:pt x="315849" y="8255"/>
                    <a:pt x="323723" y="10668"/>
                  </a:cubicBezTo>
                  <a:cubicBezTo>
                    <a:pt x="331597" y="13081"/>
                    <a:pt x="339344" y="15875"/>
                    <a:pt x="346837" y="18923"/>
                  </a:cubicBezTo>
                  <a:cubicBezTo>
                    <a:pt x="354330" y="21971"/>
                    <a:pt x="361823" y="25527"/>
                    <a:pt x="369062" y="29464"/>
                  </a:cubicBezTo>
                  <a:cubicBezTo>
                    <a:pt x="376301" y="33401"/>
                    <a:pt x="383286" y="37592"/>
                    <a:pt x="390144" y="42164"/>
                  </a:cubicBezTo>
                  <a:cubicBezTo>
                    <a:pt x="397002" y="46736"/>
                    <a:pt x="403606" y="51562"/>
                    <a:pt x="409956" y="56769"/>
                  </a:cubicBezTo>
                  <a:cubicBezTo>
                    <a:pt x="416306" y="61976"/>
                    <a:pt x="422402" y="67437"/>
                    <a:pt x="428244" y="73279"/>
                  </a:cubicBezTo>
                  <a:cubicBezTo>
                    <a:pt x="434086" y="79121"/>
                    <a:pt x="439547" y="85217"/>
                    <a:pt x="444754" y="91567"/>
                  </a:cubicBezTo>
                  <a:cubicBezTo>
                    <a:pt x="449961" y="97917"/>
                    <a:pt x="454787" y="104521"/>
                    <a:pt x="459359" y="111379"/>
                  </a:cubicBezTo>
                  <a:cubicBezTo>
                    <a:pt x="463931" y="118237"/>
                    <a:pt x="468122" y="125222"/>
                    <a:pt x="472059" y="132461"/>
                  </a:cubicBezTo>
                  <a:cubicBezTo>
                    <a:pt x="475996" y="139700"/>
                    <a:pt x="479425" y="147066"/>
                    <a:pt x="482600" y="154686"/>
                  </a:cubicBezTo>
                  <a:cubicBezTo>
                    <a:pt x="485775" y="162306"/>
                    <a:pt x="488569" y="170053"/>
                    <a:pt x="490855" y="177800"/>
                  </a:cubicBezTo>
                  <a:cubicBezTo>
                    <a:pt x="493141" y="185547"/>
                    <a:pt x="495173" y="193675"/>
                    <a:pt x="496824" y="201676"/>
                  </a:cubicBezTo>
                  <a:cubicBezTo>
                    <a:pt x="498475" y="209677"/>
                    <a:pt x="499618" y="217805"/>
                    <a:pt x="500380" y="226060"/>
                  </a:cubicBezTo>
                  <a:cubicBezTo>
                    <a:pt x="501142" y="234315"/>
                    <a:pt x="501523" y="242443"/>
                    <a:pt x="501523" y="250571"/>
                  </a:cubicBezTo>
                  <a:close/>
                </a:path>
              </a:pathLst>
            </a:custGeom>
            <a:solidFill>
              <a:srgbClr val="FFFFFF">
                <a:alpha val="78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42376"/>
            <a:ext cx="18288000" cy="1754351"/>
            <a:chOff x="0" y="0"/>
            <a:chExt cx="10819257" cy="103788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0692251" cy="910845"/>
            </a:xfrm>
            <a:custGeom>
              <a:avLst/>
              <a:gdLst/>
              <a:ahLst/>
              <a:cxnLst/>
              <a:rect r="r" b="b" t="t" l="l"/>
              <a:pathLst>
                <a:path h="910845" w="10692251">
                  <a:moveTo>
                    <a:pt x="0" y="0"/>
                  </a:moveTo>
                  <a:lnTo>
                    <a:pt x="0" y="910845"/>
                  </a:lnTo>
                  <a:lnTo>
                    <a:pt x="10692251" y="910845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965963"/>
              <a:ext cx="10692251" cy="8382"/>
            </a:xfrm>
            <a:custGeom>
              <a:avLst/>
              <a:gdLst/>
              <a:ahLst/>
              <a:cxnLst/>
              <a:rect r="r" b="b" t="t" l="l"/>
              <a:pathLst>
                <a:path h="8382" w="10692251">
                  <a:moveTo>
                    <a:pt x="0" y="0"/>
                  </a:moveTo>
                  <a:lnTo>
                    <a:pt x="0" y="8382"/>
                  </a:lnTo>
                  <a:lnTo>
                    <a:pt x="10692251" y="83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9740514" y="447930"/>
              <a:ext cx="518287" cy="225552"/>
            </a:xfrm>
            <a:custGeom>
              <a:avLst/>
              <a:gdLst/>
              <a:ahLst/>
              <a:cxnLst/>
              <a:rect r="r" b="b" t="t" l="l"/>
              <a:pathLst>
                <a:path h="225552" w="518287">
                  <a:moveTo>
                    <a:pt x="0" y="192151"/>
                  </a:moveTo>
                  <a:lnTo>
                    <a:pt x="0" y="33401"/>
                  </a:lnTo>
                  <a:cubicBezTo>
                    <a:pt x="0" y="28956"/>
                    <a:pt x="889" y="24765"/>
                    <a:pt x="2540" y="20574"/>
                  </a:cubicBezTo>
                  <a:cubicBezTo>
                    <a:pt x="4191" y="16383"/>
                    <a:pt x="6731" y="12827"/>
                    <a:pt x="9779" y="9779"/>
                  </a:cubicBezTo>
                  <a:cubicBezTo>
                    <a:pt x="12827" y="6731"/>
                    <a:pt x="16510" y="4191"/>
                    <a:pt x="20701" y="2540"/>
                  </a:cubicBezTo>
                  <a:cubicBezTo>
                    <a:pt x="24892" y="889"/>
                    <a:pt x="29083" y="0"/>
                    <a:pt x="33528" y="0"/>
                  </a:cubicBezTo>
                  <a:lnTo>
                    <a:pt x="484759" y="0"/>
                  </a:lnTo>
                  <a:cubicBezTo>
                    <a:pt x="489204" y="0"/>
                    <a:pt x="493395" y="889"/>
                    <a:pt x="497586" y="2540"/>
                  </a:cubicBezTo>
                  <a:cubicBezTo>
                    <a:pt x="501777" y="4191"/>
                    <a:pt x="505333" y="6604"/>
                    <a:pt x="508508" y="9779"/>
                  </a:cubicBezTo>
                  <a:cubicBezTo>
                    <a:pt x="511683" y="12954"/>
                    <a:pt x="513969" y="16510"/>
                    <a:pt x="515747" y="20574"/>
                  </a:cubicBezTo>
                  <a:cubicBezTo>
                    <a:pt x="517525" y="24638"/>
                    <a:pt x="518287" y="28956"/>
                    <a:pt x="518287" y="33401"/>
                  </a:cubicBezTo>
                  <a:lnTo>
                    <a:pt x="518287" y="192151"/>
                  </a:lnTo>
                  <a:cubicBezTo>
                    <a:pt x="518287" y="196596"/>
                    <a:pt x="517398" y="200787"/>
                    <a:pt x="515747" y="204978"/>
                  </a:cubicBezTo>
                  <a:cubicBezTo>
                    <a:pt x="514096" y="209169"/>
                    <a:pt x="511556" y="212725"/>
                    <a:pt x="508508" y="215773"/>
                  </a:cubicBezTo>
                  <a:cubicBezTo>
                    <a:pt x="505460" y="218821"/>
                    <a:pt x="501777" y="221361"/>
                    <a:pt x="497586" y="223012"/>
                  </a:cubicBezTo>
                  <a:cubicBezTo>
                    <a:pt x="493395" y="224663"/>
                    <a:pt x="489204" y="225552"/>
                    <a:pt x="484759" y="225552"/>
                  </a:cubicBezTo>
                  <a:lnTo>
                    <a:pt x="33528" y="225552"/>
                  </a:lnTo>
                  <a:cubicBezTo>
                    <a:pt x="29083" y="225552"/>
                    <a:pt x="24892" y="224663"/>
                    <a:pt x="20701" y="223012"/>
                  </a:cubicBezTo>
                  <a:cubicBezTo>
                    <a:pt x="16510" y="221361"/>
                    <a:pt x="12954" y="218948"/>
                    <a:pt x="9779" y="215773"/>
                  </a:cubicBezTo>
                  <a:cubicBezTo>
                    <a:pt x="6604" y="212598"/>
                    <a:pt x="4318" y="209042"/>
                    <a:pt x="2540" y="204978"/>
                  </a:cubicBezTo>
                  <a:cubicBezTo>
                    <a:pt x="762" y="200914"/>
                    <a:pt x="0" y="196596"/>
                    <a:pt x="0" y="192151"/>
                  </a:cubicBezTo>
                  <a:close/>
                </a:path>
              </a:pathLst>
            </a:custGeom>
            <a:solidFill>
              <a:srgbClr val="ECEFF1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1507" y="2313461"/>
            <a:ext cx="219313" cy="40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2">
                <a:solidFill>
                  <a:srgbClr val="1565C0"/>
                </a:solidFill>
                <a:latin typeface="Arimo"/>
                <a:ea typeface="Arimo"/>
                <a:cs typeface="Arimo"/>
                <a:sym typeface="Arimo"/>
              </a:rPr>
              <a:t>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6174" y="2313461"/>
            <a:ext cx="219313" cy="408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2">
                <a:solidFill>
                  <a:srgbClr val="7B1FA2"/>
                </a:solidFill>
                <a:latin typeface="Arimo"/>
                <a:ea typeface="Arimo"/>
                <a:cs typeface="Arimo"/>
                <a:sym typeface="Arimo"/>
              </a:rPr>
              <a:t>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5228" y="2323688"/>
            <a:ext cx="4094083" cy="38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2">
                <a:solidFill>
                  <a:srgbClr val="263238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Process Simulation Variables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32109" y="8304097"/>
            <a:ext cx="15257107" cy="166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code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 u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m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tectur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ing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er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equilibrium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), Pr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ss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simulation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(sta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 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tion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s), 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ata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-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ven pre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tion</a:t>
            </a:r>
            <a:r>
              <a:rPr lang="en-US" b="true" sz="2461">
                <a:solidFill>
                  <a:srgbClr val="ECEFF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(ML model) This ensures: independent development, easier debugging, scalability for industrial use.</a:t>
            </a:r>
          </a:p>
          <a:p>
            <a:pPr algn="l">
              <a:lnSpc>
                <a:spcPts val="3261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115241" y="2323688"/>
            <a:ext cx="3962757" cy="389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302">
                <a:solidFill>
                  <a:srgbClr val="263238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Machine Learning Variables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51507" y="3153828"/>
            <a:ext cx="948809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VARIABLE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34891" y="3153828"/>
            <a:ext cx="1292304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DESCRIPTION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56174" y="3153828"/>
            <a:ext cx="948809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VARIABLE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39542" y="3153828"/>
            <a:ext cx="1292304" cy="282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b="true" sz="1634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DESCRIPTION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51507" y="3732295"/>
            <a:ext cx="131564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F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51507" y="4339678"/>
            <a:ext cx="139779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1507" y="4961197"/>
            <a:ext cx="290512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xR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507" y="5568596"/>
            <a:ext cx="270034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yE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51507" y="6190115"/>
            <a:ext cx="1063347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N_stages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1507" y="7419034"/>
            <a:ext cx="1118592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efficiency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1507" y="6797515"/>
            <a:ext cx="1528524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solvent_ratio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56174" y="5568596"/>
            <a:ext cx="462677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loss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56174" y="4961197"/>
            <a:ext cx="752594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56174" y="6797515"/>
            <a:ext cx="851059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epochs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56174" y="3732295"/>
            <a:ext cx="819745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X_train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656174" y="4339678"/>
            <a:ext cx="801410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y_train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656174" y="6190115"/>
            <a:ext cx="1132999" cy="331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5"/>
              </a:lnSpc>
            </a:pPr>
            <a:r>
              <a:rPr lang="en-US" sz="1968" spc="19">
                <a:solidFill>
                  <a:srgbClr val="455A64"/>
                </a:solidFill>
                <a:latin typeface="Open Sans"/>
                <a:ea typeface="Open Sans"/>
                <a:cs typeface="Open Sans"/>
                <a:sym typeface="Open Sans"/>
              </a:rPr>
              <a:t>optimizer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34891" y="3727240"/>
            <a:ext cx="2255758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Feed flow rate (kg/hr)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4034891" y="4334639"/>
            <a:ext cx="2533055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Solvent flow rate (kg/hr)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034891" y="6792475"/>
            <a:ext cx="2748201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Solvent-to-feed ratio (S/F)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4034891" y="6185076"/>
            <a:ext cx="2964656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Number of extraction stages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034891" y="5432819"/>
            <a:ext cx="3526869" cy="63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Extract phase s</a:t>
            </a: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olute composition </a:t>
            </a:r>
          </a:p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(from equilibrium model)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034891" y="4825420"/>
            <a:ext cx="3749278" cy="63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Raffinate phase s</a:t>
            </a: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olute composition </a:t>
            </a:r>
          </a:p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(updated each stage)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034891" y="7413994"/>
            <a:ext cx="3688437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Calculated extraction efficiency (%)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439542" y="6792475"/>
            <a:ext cx="3011805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Number of training iterations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439542" y="4956158"/>
            <a:ext cx="3232309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Neural network instance (ANN)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439542" y="6185076"/>
            <a:ext cx="3663434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Gradient descent algorithm (Adam)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439542" y="4334639"/>
            <a:ext cx="3783449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Target extraction efficiency (Labels)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439542" y="3727240"/>
            <a:ext cx="3835241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Training input parameters (Features)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439542" y="5563557"/>
            <a:ext cx="4352925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455A64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Mean Squared Error (MSE) during training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609015" y="873884"/>
            <a:ext cx="710922" cy="314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b="true" sz="1857" i="true">
                <a:solidFill>
                  <a:srgbClr val="78909C"/>
                </a:solidFill>
                <a:latin typeface="Roboto Bold Italics"/>
                <a:ea typeface="Roboto Bold Italics"/>
                <a:cs typeface="Roboto Bold Italics"/>
                <a:sym typeface="Roboto Bold Italics"/>
              </a:rPr>
              <a:t>Slide 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954875" y="698116"/>
            <a:ext cx="3966980" cy="1489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6"/>
              </a:lnSpc>
            </a:pPr>
            <a:r>
              <a:rPr lang="en-US" sz="4304">
                <a:solidFill>
                  <a:srgbClr val="1A237E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Code Analysis</a:t>
            </a:r>
          </a:p>
          <a:p>
            <a:pPr algn="l">
              <a:lnSpc>
                <a:spcPts val="5198"/>
              </a:lnSpc>
            </a:pPr>
            <a:r>
              <a:rPr lang="en-US" sz="2079">
                <a:solidFill>
                  <a:srgbClr val="546E7A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Key Variables &amp; Program Structure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5017"/>
            <a:chOff x="0" y="0"/>
            <a:chExt cx="10819257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9088751" y="63500"/>
              <a:ext cx="1666746" cy="1253491"/>
            </a:xfrm>
            <a:custGeom>
              <a:avLst/>
              <a:gdLst/>
              <a:ahLst/>
              <a:cxnLst/>
              <a:rect r="r" b="b" t="t" l="l"/>
              <a:pathLst>
                <a:path h="1253491" w="1666746">
                  <a:moveTo>
                    <a:pt x="0" y="0"/>
                  </a:moveTo>
                  <a:cubicBezTo>
                    <a:pt x="0" y="20574"/>
                    <a:pt x="635" y="41021"/>
                    <a:pt x="2032" y="61468"/>
                  </a:cubicBezTo>
                  <a:cubicBezTo>
                    <a:pt x="3429" y="81915"/>
                    <a:pt x="5333" y="102362"/>
                    <a:pt x="8001" y="122809"/>
                  </a:cubicBezTo>
                  <a:cubicBezTo>
                    <a:pt x="10668" y="143256"/>
                    <a:pt x="13969" y="163576"/>
                    <a:pt x="18033" y="183896"/>
                  </a:cubicBezTo>
                  <a:cubicBezTo>
                    <a:pt x="22098" y="204216"/>
                    <a:pt x="26669" y="224409"/>
                    <a:pt x="32131" y="244475"/>
                  </a:cubicBezTo>
                  <a:cubicBezTo>
                    <a:pt x="37592" y="264541"/>
                    <a:pt x="43433" y="284607"/>
                    <a:pt x="50038" y="304546"/>
                  </a:cubicBezTo>
                  <a:cubicBezTo>
                    <a:pt x="56642" y="324485"/>
                    <a:pt x="64007" y="344170"/>
                    <a:pt x="71881" y="363855"/>
                  </a:cubicBezTo>
                  <a:cubicBezTo>
                    <a:pt x="79756" y="383540"/>
                    <a:pt x="88392" y="402971"/>
                    <a:pt x="97663" y="422275"/>
                  </a:cubicBezTo>
                  <a:cubicBezTo>
                    <a:pt x="106933" y="441579"/>
                    <a:pt x="116713" y="460756"/>
                    <a:pt x="127127" y="479679"/>
                  </a:cubicBezTo>
                  <a:cubicBezTo>
                    <a:pt x="137541" y="498602"/>
                    <a:pt x="148717" y="517398"/>
                    <a:pt x="160401" y="535940"/>
                  </a:cubicBezTo>
                  <a:cubicBezTo>
                    <a:pt x="172085" y="554482"/>
                    <a:pt x="184404" y="572770"/>
                    <a:pt x="197357" y="590931"/>
                  </a:cubicBezTo>
                  <a:cubicBezTo>
                    <a:pt x="210312" y="609092"/>
                    <a:pt x="223646" y="626872"/>
                    <a:pt x="237743" y="644525"/>
                  </a:cubicBezTo>
                  <a:cubicBezTo>
                    <a:pt x="251841" y="662178"/>
                    <a:pt x="266445" y="679450"/>
                    <a:pt x="281686" y="696468"/>
                  </a:cubicBezTo>
                  <a:cubicBezTo>
                    <a:pt x="296926" y="713486"/>
                    <a:pt x="312546" y="730250"/>
                    <a:pt x="328930" y="746760"/>
                  </a:cubicBezTo>
                  <a:cubicBezTo>
                    <a:pt x="345313" y="763270"/>
                    <a:pt x="362077" y="779400"/>
                    <a:pt x="379349" y="795275"/>
                  </a:cubicBezTo>
                  <a:cubicBezTo>
                    <a:pt x="396620" y="811150"/>
                    <a:pt x="414528" y="826643"/>
                    <a:pt x="432943" y="841883"/>
                  </a:cubicBezTo>
                  <a:cubicBezTo>
                    <a:pt x="451357" y="857123"/>
                    <a:pt x="470154" y="871982"/>
                    <a:pt x="489457" y="886461"/>
                  </a:cubicBezTo>
                  <a:cubicBezTo>
                    <a:pt x="508762" y="900939"/>
                    <a:pt x="528574" y="915162"/>
                    <a:pt x="548893" y="928878"/>
                  </a:cubicBezTo>
                  <a:cubicBezTo>
                    <a:pt x="569214" y="942594"/>
                    <a:pt x="589788" y="956057"/>
                    <a:pt x="610996" y="969011"/>
                  </a:cubicBezTo>
                  <a:cubicBezTo>
                    <a:pt x="632206" y="981965"/>
                    <a:pt x="653668" y="994665"/>
                    <a:pt x="675640" y="1006857"/>
                  </a:cubicBezTo>
                  <a:cubicBezTo>
                    <a:pt x="697611" y="1019049"/>
                    <a:pt x="719963" y="1030860"/>
                    <a:pt x="742695" y="1042290"/>
                  </a:cubicBezTo>
                  <a:cubicBezTo>
                    <a:pt x="765429" y="1053720"/>
                    <a:pt x="788543" y="1064642"/>
                    <a:pt x="811911" y="1075183"/>
                  </a:cubicBezTo>
                  <a:cubicBezTo>
                    <a:pt x="835279" y="1085724"/>
                    <a:pt x="859155" y="1095884"/>
                    <a:pt x="883285" y="1105536"/>
                  </a:cubicBezTo>
                  <a:cubicBezTo>
                    <a:pt x="907415" y="1115188"/>
                    <a:pt x="931799" y="1124459"/>
                    <a:pt x="956564" y="1133222"/>
                  </a:cubicBezTo>
                  <a:cubicBezTo>
                    <a:pt x="981329" y="1141985"/>
                    <a:pt x="1006348" y="1150240"/>
                    <a:pt x="1031493" y="1158114"/>
                  </a:cubicBezTo>
                  <a:cubicBezTo>
                    <a:pt x="1056640" y="1165988"/>
                    <a:pt x="1082293" y="1173354"/>
                    <a:pt x="1108075" y="1180212"/>
                  </a:cubicBezTo>
                  <a:cubicBezTo>
                    <a:pt x="1133856" y="1187070"/>
                    <a:pt x="1159764" y="1193547"/>
                    <a:pt x="1185926" y="1199516"/>
                  </a:cubicBezTo>
                  <a:cubicBezTo>
                    <a:pt x="1212088" y="1205485"/>
                    <a:pt x="1238504" y="1210946"/>
                    <a:pt x="1264919" y="1215899"/>
                  </a:cubicBezTo>
                  <a:cubicBezTo>
                    <a:pt x="1291336" y="1220852"/>
                    <a:pt x="1318132" y="1225424"/>
                    <a:pt x="1344930" y="1229361"/>
                  </a:cubicBezTo>
                  <a:cubicBezTo>
                    <a:pt x="1371727" y="1233298"/>
                    <a:pt x="1398778" y="1236854"/>
                    <a:pt x="1425702" y="1239902"/>
                  </a:cubicBezTo>
                  <a:cubicBezTo>
                    <a:pt x="1452626" y="1242950"/>
                    <a:pt x="1479931" y="1245363"/>
                    <a:pt x="1507236" y="1247395"/>
                  </a:cubicBezTo>
                  <a:cubicBezTo>
                    <a:pt x="1534541" y="1249427"/>
                    <a:pt x="1561718" y="1250951"/>
                    <a:pt x="1589024" y="1251967"/>
                  </a:cubicBezTo>
                  <a:cubicBezTo>
                    <a:pt x="1614931" y="1252983"/>
                    <a:pt x="1640840" y="1253364"/>
                    <a:pt x="1666747" y="1253491"/>
                  </a:cubicBezTo>
                  <a:lnTo>
                    <a:pt x="1666747" y="0"/>
                  </a:ln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4393" y="1616903"/>
            <a:ext cx="8181517" cy="6130986"/>
            <a:chOff x="0" y="0"/>
            <a:chExt cx="6453632" cy="48361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53632" cy="4836160"/>
            </a:xfrm>
            <a:custGeom>
              <a:avLst/>
              <a:gdLst/>
              <a:ahLst/>
              <a:cxnLst/>
              <a:rect r="r" b="b" t="t" l="l"/>
              <a:pathLst>
                <a:path h="4836160" w="6453632">
                  <a:moveTo>
                    <a:pt x="6240907" y="46101"/>
                  </a:moveTo>
                  <a:cubicBezTo>
                    <a:pt x="6257163" y="46101"/>
                    <a:pt x="6272784" y="49149"/>
                    <a:pt x="6287770" y="55372"/>
                  </a:cubicBezTo>
                  <a:cubicBezTo>
                    <a:pt x="6302756" y="61595"/>
                    <a:pt x="6316091" y="70485"/>
                    <a:pt x="6327521" y="81915"/>
                  </a:cubicBezTo>
                  <a:cubicBezTo>
                    <a:pt x="6338951" y="93345"/>
                    <a:pt x="6347841" y="106680"/>
                    <a:pt x="6354064" y="121666"/>
                  </a:cubicBezTo>
                  <a:cubicBezTo>
                    <a:pt x="6360287" y="136652"/>
                    <a:pt x="6363462" y="152273"/>
                    <a:pt x="6363462" y="168529"/>
                  </a:cubicBezTo>
                  <a:lnTo>
                    <a:pt x="6363462" y="4580890"/>
                  </a:lnTo>
                  <a:cubicBezTo>
                    <a:pt x="6363462" y="4597146"/>
                    <a:pt x="6360287" y="4612767"/>
                    <a:pt x="6354064" y="4627753"/>
                  </a:cubicBezTo>
                  <a:cubicBezTo>
                    <a:pt x="6347841" y="4642739"/>
                    <a:pt x="6338951" y="4656074"/>
                    <a:pt x="6327521" y="4667504"/>
                  </a:cubicBezTo>
                  <a:cubicBezTo>
                    <a:pt x="6316091" y="4678934"/>
                    <a:pt x="6302756" y="4687824"/>
                    <a:pt x="6287770" y="4694047"/>
                  </a:cubicBezTo>
                  <a:cubicBezTo>
                    <a:pt x="6272784" y="4700270"/>
                    <a:pt x="6257163" y="4703445"/>
                    <a:pt x="6240907" y="4703445"/>
                  </a:cubicBezTo>
                  <a:lnTo>
                    <a:pt x="212979" y="4703445"/>
                  </a:lnTo>
                  <a:cubicBezTo>
                    <a:pt x="196723" y="4703445"/>
                    <a:pt x="181102" y="4700270"/>
                    <a:pt x="166116" y="4694047"/>
                  </a:cubicBezTo>
                  <a:cubicBezTo>
                    <a:pt x="151130" y="4687824"/>
                    <a:pt x="137795" y="4678934"/>
                    <a:pt x="126365" y="4667504"/>
                  </a:cubicBezTo>
                  <a:cubicBezTo>
                    <a:pt x="114935" y="4656074"/>
                    <a:pt x="106045" y="4642739"/>
                    <a:pt x="99822" y="4627753"/>
                  </a:cubicBezTo>
                  <a:cubicBezTo>
                    <a:pt x="93599" y="4612767"/>
                    <a:pt x="90551" y="4597146"/>
                    <a:pt x="90551" y="4580890"/>
                  </a:cubicBezTo>
                  <a:lnTo>
                    <a:pt x="90551" y="168656"/>
                  </a:lnTo>
                  <a:cubicBezTo>
                    <a:pt x="90551" y="152400"/>
                    <a:pt x="93599" y="136779"/>
                    <a:pt x="99822" y="121793"/>
                  </a:cubicBezTo>
                  <a:cubicBezTo>
                    <a:pt x="106045" y="106807"/>
                    <a:pt x="114808" y="93472"/>
                    <a:pt x="126238" y="81915"/>
                  </a:cubicBezTo>
                  <a:cubicBezTo>
                    <a:pt x="137668" y="70358"/>
                    <a:pt x="151003" y="61595"/>
                    <a:pt x="165989" y="55372"/>
                  </a:cubicBezTo>
                  <a:cubicBezTo>
                    <a:pt x="180975" y="49149"/>
                    <a:pt x="196596" y="46101"/>
                    <a:pt x="212852" y="46101"/>
                  </a:cubicBezTo>
                  <a:close/>
                  <a:moveTo>
                    <a:pt x="0" y="0"/>
                  </a:moveTo>
                  <a:lnTo>
                    <a:pt x="0" y="4836160"/>
                  </a:lnTo>
                  <a:lnTo>
                    <a:pt x="6453632" y="4836160"/>
                  </a:lnTo>
                  <a:lnTo>
                    <a:pt x="645363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47053" y="1509562"/>
            <a:ext cx="8396182" cy="6345651"/>
            <a:chOff x="0" y="0"/>
            <a:chExt cx="4967224" cy="3754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4840224" cy="3627120"/>
            </a:xfrm>
            <a:custGeom>
              <a:avLst/>
              <a:gdLst/>
              <a:ahLst/>
              <a:cxnLst/>
              <a:rect r="r" b="b" t="t" l="l"/>
              <a:pathLst>
                <a:path h="3627120" w="4840224">
                  <a:moveTo>
                    <a:pt x="0" y="0"/>
                  </a:moveTo>
                  <a:lnTo>
                    <a:pt x="4840224" y="0"/>
                  </a:lnTo>
                  <a:lnTo>
                    <a:pt x="4840224" y="3627120"/>
                  </a:lnTo>
                  <a:lnTo>
                    <a:pt x="0" y="3627120"/>
                  </a:lnTo>
                  <a:close/>
                </a:path>
              </a:pathLst>
            </a:custGeom>
            <a:solidFill>
              <a:srgbClr val="F0F9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27000" y="93726"/>
              <a:ext cx="4713478" cy="3501771"/>
            </a:xfrm>
            <a:custGeom>
              <a:avLst/>
              <a:gdLst/>
              <a:ahLst/>
              <a:cxnLst/>
              <a:rect r="r" b="b" t="t" l="l"/>
              <a:pathLst>
                <a:path h="3501771" w="4713478">
                  <a:moveTo>
                    <a:pt x="127" y="3405505"/>
                  </a:moveTo>
                  <a:lnTo>
                    <a:pt x="127" y="96266"/>
                  </a:lnTo>
                  <a:cubicBezTo>
                    <a:pt x="127" y="89916"/>
                    <a:pt x="762" y="83693"/>
                    <a:pt x="2032" y="77470"/>
                  </a:cubicBezTo>
                  <a:cubicBezTo>
                    <a:pt x="3302" y="71247"/>
                    <a:pt x="5080" y="65278"/>
                    <a:pt x="7493" y="59436"/>
                  </a:cubicBezTo>
                  <a:cubicBezTo>
                    <a:pt x="9906" y="53594"/>
                    <a:pt x="12827" y="48133"/>
                    <a:pt x="16383" y="42799"/>
                  </a:cubicBezTo>
                  <a:cubicBezTo>
                    <a:pt x="19939" y="37465"/>
                    <a:pt x="23876" y="32639"/>
                    <a:pt x="28321" y="28194"/>
                  </a:cubicBezTo>
                  <a:cubicBezTo>
                    <a:pt x="32766" y="23749"/>
                    <a:pt x="37592" y="19812"/>
                    <a:pt x="42926" y="16256"/>
                  </a:cubicBezTo>
                  <a:cubicBezTo>
                    <a:pt x="48260" y="12700"/>
                    <a:pt x="53721" y="9779"/>
                    <a:pt x="59563" y="7366"/>
                  </a:cubicBezTo>
                  <a:cubicBezTo>
                    <a:pt x="65405" y="4953"/>
                    <a:pt x="71374" y="3175"/>
                    <a:pt x="77597" y="1905"/>
                  </a:cubicBezTo>
                  <a:cubicBezTo>
                    <a:pt x="83820" y="635"/>
                    <a:pt x="90043" y="0"/>
                    <a:pt x="96393" y="0"/>
                  </a:cubicBezTo>
                  <a:lnTo>
                    <a:pt x="4617212" y="0"/>
                  </a:lnTo>
                  <a:cubicBezTo>
                    <a:pt x="4623562" y="0"/>
                    <a:pt x="4629785" y="635"/>
                    <a:pt x="4636008" y="1905"/>
                  </a:cubicBezTo>
                  <a:cubicBezTo>
                    <a:pt x="4642231" y="3175"/>
                    <a:pt x="4648200" y="4953"/>
                    <a:pt x="4654042" y="7366"/>
                  </a:cubicBezTo>
                  <a:cubicBezTo>
                    <a:pt x="4659884" y="9779"/>
                    <a:pt x="4665345" y="12700"/>
                    <a:pt x="4670679" y="16256"/>
                  </a:cubicBezTo>
                  <a:cubicBezTo>
                    <a:pt x="4676013" y="19812"/>
                    <a:pt x="4680839" y="23749"/>
                    <a:pt x="4685284" y="28194"/>
                  </a:cubicBezTo>
                  <a:cubicBezTo>
                    <a:pt x="4689729" y="32639"/>
                    <a:pt x="4693666" y="37465"/>
                    <a:pt x="4697222" y="42799"/>
                  </a:cubicBezTo>
                  <a:cubicBezTo>
                    <a:pt x="4700778" y="48133"/>
                    <a:pt x="4703699" y="53594"/>
                    <a:pt x="4706112" y="59436"/>
                  </a:cubicBezTo>
                  <a:cubicBezTo>
                    <a:pt x="4708525" y="65278"/>
                    <a:pt x="4710303" y="71247"/>
                    <a:pt x="4711573" y="77470"/>
                  </a:cubicBezTo>
                  <a:cubicBezTo>
                    <a:pt x="4712843" y="83693"/>
                    <a:pt x="4713478" y="89916"/>
                    <a:pt x="4713478" y="96266"/>
                  </a:cubicBezTo>
                  <a:lnTo>
                    <a:pt x="4713478" y="3405505"/>
                  </a:lnTo>
                  <a:cubicBezTo>
                    <a:pt x="4713478" y="3411855"/>
                    <a:pt x="4712843" y="3418078"/>
                    <a:pt x="4711573" y="3424301"/>
                  </a:cubicBezTo>
                  <a:cubicBezTo>
                    <a:pt x="4710303" y="3430524"/>
                    <a:pt x="4708525" y="3436493"/>
                    <a:pt x="4706112" y="3442335"/>
                  </a:cubicBezTo>
                  <a:cubicBezTo>
                    <a:pt x="4703699" y="3448177"/>
                    <a:pt x="4700778" y="3453638"/>
                    <a:pt x="4697222" y="3458972"/>
                  </a:cubicBezTo>
                  <a:cubicBezTo>
                    <a:pt x="4693666" y="3464306"/>
                    <a:pt x="4689729" y="3469132"/>
                    <a:pt x="4685284" y="3473577"/>
                  </a:cubicBezTo>
                  <a:cubicBezTo>
                    <a:pt x="4680839" y="3478022"/>
                    <a:pt x="4676013" y="3481959"/>
                    <a:pt x="4670679" y="3485515"/>
                  </a:cubicBezTo>
                  <a:cubicBezTo>
                    <a:pt x="4665345" y="3489071"/>
                    <a:pt x="4659884" y="3491992"/>
                    <a:pt x="4654042" y="3494405"/>
                  </a:cubicBezTo>
                  <a:cubicBezTo>
                    <a:pt x="4648200" y="3496818"/>
                    <a:pt x="4642231" y="3498596"/>
                    <a:pt x="4636008" y="3499866"/>
                  </a:cubicBezTo>
                  <a:cubicBezTo>
                    <a:pt x="4629785" y="3501136"/>
                    <a:pt x="4623562" y="3501771"/>
                    <a:pt x="4617212" y="3501771"/>
                  </a:cubicBezTo>
                  <a:lnTo>
                    <a:pt x="96266" y="3501771"/>
                  </a:lnTo>
                  <a:cubicBezTo>
                    <a:pt x="89916" y="3501771"/>
                    <a:pt x="83693" y="3501136"/>
                    <a:pt x="77470" y="3499866"/>
                  </a:cubicBezTo>
                  <a:cubicBezTo>
                    <a:pt x="71247" y="3498596"/>
                    <a:pt x="65278" y="3496818"/>
                    <a:pt x="59436" y="3494405"/>
                  </a:cubicBezTo>
                  <a:cubicBezTo>
                    <a:pt x="53594" y="3491992"/>
                    <a:pt x="48006" y="3489071"/>
                    <a:pt x="42799" y="3485515"/>
                  </a:cubicBezTo>
                  <a:cubicBezTo>
                    <a:pt x="37592" y="3481959"/>
                    <a:pt x="32639" y="3478022"/>
                    <a:pt x="28194" y="3473577"/>
                  </a:cubicBezTo>
                  <a:cubicBezTo>
                    <a:pt x="23749" y="3469132"/>
                    <a:pt x="19685" y="3464306"/>
                    <a:pt x="16256" y="3458972"/>
                  </a:cubicBezTo>
                  <a:cubicBezTo>
                    <a:pt x="12827" y="3453638"/>
                    <a:pt x="9779" y="3448177"/>
                    <a:pt x="7366" y="3442335"/>
                  </a:cubicBezTo>
                  <a:cubicBezTo>
                    <a:pt x="4953" y="3436493"/>
                    <a:pt x="3175" y="3430524"/>
                    <a:pt x="1905" y="3424301"/>
                  </a:cubicBezTo>
                  <a:cubicBezTo>
                    <a:pt x="635" y="3418078"/>
                    <a:pt x="0" y="3411855"/>
                    <a:pt x="0" y="340550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22936" y="89662"/>
              <a:ext cx="4721480" cy="3509772"/>
            </a:xfrm>
            <a:custGeom>
              <a:avLst/>
              <a:gdLst/>
              <a:ahLst/>
              <a:cxnLst/>
              <a:rect r="r" b="b" t="t" l="l"/>
              <a:pathLst>
                <a:path h="3509772" w="4721480">
                  <a:moveTo>
                    <a:pt x="0" y="3409569"/>
                  </a:moveTo>
                  <a:lnTo>
                    <a:pt x="0" y="100330"/>
                  </a:lnTo>
                  <a:lnTo>
                    <a:pt x="4191" y="100330"/>
                  </a:lnTo>
                  <a:lnTo>
                    <a:pt x="0" y="100330"/>
                  </a:lnTo>
                  <a:cubicBezTo>
                    <a:pt x="0" y="93726"/>
                    <a:pt x="635" y="87249"/>
                    <a:pt x="1905" y="80772"/>
                  </a:cubicBezTo>
                  <a:cubicBezTo>
                    <a:pt x="3175" y="74295"/>
                    <a:pt x="5080" y="68072"/>
                    <a:pt x="7620" y="61976"/>
                  </a:cubicBezTo>
                  <a:lnTo>
                    <a:pt x="11430" y="63627"/>
                  </a:lnTo>
                  <a:lnTo>
                    <a:pt x="7620" y="61976"/>
                  </a:lnTo>
                  <a:cubicBezTo>
                    <a:pt x="10160" y="55880"/>
                    <a:pt x="13208" y="50165"/>
                    <a:pt x="16891" y="44577"/>
                  </a:cubicBezTo>
                  <a:cubicBezTo>
                    <a:pt x="20574" y="39116"/>
                    <a:pt x="24765" y="34036"/>
                    <a:pt x="29337" y="29337"/>
                  </a:cubicBezTo>
                  <a:lnTo>
                    <a:pt x="32258" y="32258"/>
                  </a:lnTo>
                  <a:lnTo>
                    <a:pt x="29337" y="29337"/>
                  </a:lnTo>
                  <a:cubicBezTo>
                    <a:pt x="34036" y="24638"/>
                    <a:pt x="39116" y="20574"/>
                    <a:pt x="44577" y="16891"/>
                  </a:cubicBezTo>
                  <a:cubicBezTo>
                    <a:pt x="50038" y="13208"/>
                    <a:pt x="55880" y="10160"/>
                    <a:pt x="61849" y="7620"/>
                  </a:cubicBezTo>
                  <a:cubicBezTo>
                    <a:pt x="67945" y="5080"/>
                    <a:pt x="74168" y="3175"/>
                    <a:pt x="80645" y="1905"/>
                  </a:cubicBezTo>
                  <a:lnTo>
                    <a:pt x="81407" y="5969"/>
                  </a:lnTo>
                  <a:lnTo>
                    <a:pt x="80645" y="1905"/>
                  </a:lnTo>
                  <a:cubicBezTo>
                    <a:pt x="87122" y="635"/>
                    <a:pt x="93599" y="0"/>
                    <a:pt x="100203" y="0"/>
                  </a:cubicBezTo>
                  <a:lnTo>
                    <a:pt x="100203" y="4191"/>
                  </a:lnTo>
                  <a:lnTo>
                    <a:pt x="100203" y="0"/>
                  </a:lnTo>
                  <a:lnTo>
                    <a:pt x="4621276" y="0"/>
                  </a:lnTo>
                  <a:lnTo>
                    <a:pt x="4621276" y="4191"/>
                  </a:lnTo>
                  <a:lnTo>
                    <a:pt x="4621276" y="0"/>
                  </a:lnTo>
                  <a:cubicBezTo>
                    <a:pt x="4627880" y="0"/>
                    <a:pt x="4634357" y="635"/>
                    <a:pt x="4640834" y="1905"/>
                  </a:cubicBezTo>
                  <a:lnTo>
                    <a:pt x="4640072" y="5969"/>
                  </a:lnTo>
                  <a:lnTo>
                    <a:pt x="4640834" y="1905"/>
                  </a:lnTo>
                  <a:cubicBezTo>
                    <a:pt x="4647311" y="3175"/>
                    <a:pt x="4653534" y="5080"/>
                    <a:pt x="4659630" y="7620"/>
                  </a:cubicBezTo>
                  <a:cubicBezTo>
                    <a:pt x="4665726" y="10160"/>
                    <a:pt x="4671442" y="13208"/>
                    <a:pt x="4676902" y="16891"/>
                  </a:cubicBezTo>
                  <a:cubicBezTo>
                    <a:pt x="4682363" y="20574"/>
                    <a:pt x="4687443" y="24765"/>
                    <a:pt x="4692142" y="29337"/>
                  </a:cubicBezTo>
                  <a:cubicBezTo>
                    <a:pt x="4696842" y="34036"/>
                    <a:pt x="4700905" y="39116"/>
                    <a:pt x="4704588" y="44577"/>
                  </a:cubicBezTo>
                  <a:cubicBezTo>
                    <a:pt x="4708271" y="50038"/>
                    <a:pt x="4711319" y="55880"/>
                    <a:pt x="4713859" y="61849"/>
                  </a:cubicBezTo>
                  <a:cubicBezTo>
                    <a:pt x="4716399" y="67945"/>
                    <a:pt x="4718305" y="74168"/>
                    <a:pt x="4719574" y="80645"/>
                  </a:cubicBezTo>
                  <a:cubicBezTo>
                    <a:pt x="4720844" y="87122"/>
                    <a:pt x="4721480" y="93599"/>
                    <a:pt x="4721480" y="100203"/>
                  </a:cubicBezTo>
                  <a:lnTo>
                    <a:pt x="4717288" y="100203"/>
                  </a:lnTo>
                  <a:lnTo>
                    <a:pt x="4721480" y="100203"/>
                  </a:lnTo>
                  <a:lnTo>
                    <a:pt x="4721480" y="3409569"/>
                  </a:lnTo>
                  <a:lnTo>
                    <a:pt x="4717288" y="3409569"/>
                  </a:lnTo>
                  <a:lnTo>
                    <a:pt x="4721480" y="3409569"/>
                  </a:lnTo>
                  <a:cubicBezTo>
                    <a:pt x="4721480" y="3416173"/>
                    <a:pt x="4720844" y="3422650"/>
                    <a:pt x="4719574" y="3429127"/>
                  </a:cubicBezTo>
                  <a:cubicBezTo>
                    <a:pt x="4718305" y="3435604"/>
                    <a:pt x="4716399" y="3441827"/>
                    <a:pt x="4713859" y="3447923"/>
                  </a:cubicBezTo>
                  <a:cubicBezTo>
                    <a:pt x="4711319" y="3454019"/>
                    <a:pt x="4708271" y="3459734"/>
                    <a:pt x="4704588" y="3465195"/>
                  </a:cubicBezTo>
                  <a:cubicBezTo>
                    <a:pt x="4700905" y="3470656"/>
                    <a:pt x="4696714" y="3475736"/>
                    <a:pt x="4692142" y="3480435"/>
                  </a:cubicBezTo>
                  <a:cubicBezTo>
                    <a:pt x="4687443" y="3485134"/>
                    <a:pt x="4682363" y="3489198"/>
                    <a:pt x="4676902" y="3492881"/>
                  </a:cubicBezTo>
                  <a:cubicBezTo>
                    <a:pt x="4671442" y="3496564"/>
                    <a:pt x="4665599" y="3499612"/>
                    <a:pt x="4659630" y="3502152"/>
                  </a:cubicBezTo>
                  <a:cubicBezTo>
                    <a:pt x="4653534" y="3504692"/>
                    <a:pt x="4647311" y="3506597"/>
                    <a:pt x="4640834" y="3507867"/>
                  </a:cubicBezTo>
                  <a:lnTo>
                    <a:pt x="4640072" y="3503803"/>
                  </a:lnTo>
                  <a:lnTo>
                    <a:pt x="4640834" y="3507867"/>
                  </a:lnTo>
                  <a:cubicBezTo>
                    <a:pt x="4634357" y="3509137"/>
                    <a:pt x="4627880" y="3509772"/>
                    <a:pt x="4621276" y="3509772"/>
                  </a:cubicBezTo>
                  <a:lnTo>
                    <a:pt x="4621276" y="3505581"/>
                  </a:lnTo>
                  <a:lnTo>
                    <a:pt x="4621276" y="3509772"/>
                  </a:lnTo>
                  <a:lnTo>
                    <a:pt x="100330" y="3509772"/>
                  </a:lnTo>
                  <a:lnTo>
                    <a:pt x="100330" y="3505581"/>
                  </a:lnTo>
                  <a:lnTo>
                    <a:pt x="100330" y="3509772"/>
                  </a:lnTo>
                  <a:cubicBezTo>
                    <a:pt x="93726" y="3509772"/>
                    <a:pt x="87249" y="3509137"/>
                    <a:pt x="80772" y="3507867"/>
                  </a:cubicBezTo>
                  <a:lnTo>
                    <a:pt x="81534" y="3503803"/>
                  </a:lnTo>
                  <a:lnTo>
                    <a:pt x="80772" y="3507867"/>
                  </a:lnTo>
                  <a:cubicBezTo>
                    <a:pt x="74295" y="3506597"/>
                    <a:pt x="68072" y="3504692"/>
                    <a:pt x="61976" y="3502152"/>
                  </a:cubicBezTo>
                  <a:cubicBezTo>
                    <a:pt x="55880" y="3499612"/>
                    <a:pt x="50165" y="3496564"/>
                    <a:pt x="44704" y="3492881"/>
                  </a:cubicBezTo>
                  <a:cubicBezTo>
                    <a:pt x="39243" y="3489198"/>
                    <a:pt x="34163" y="3485007"/>
                    <a:pt x="29464" y="3480435"/>
                  </a:cubicBezTo>
                  <a:lnTo>
                    <a:pt x="32385" y="3477514"/>
                  </a:lnTo>
                  <a:lnTo>
                    <a:pt x="29464" y="3480435"/>
                  </a:lnTo>
                  <a:cubicBezTo>
                    <a:pt x="24765" y="3475736"/>
                    <a:pt x="20701" y="3470656"/>
                    <a:pt x="17018" y="3465195"/>
                  </a:cubicBezTo>
                  <a:lnTo>
                    <a:pt x="20447" y="3462909"/>
                  </a:lnTo>
                  <a:lnTo>
                    <a:pt x="17018" y="3465195"/>
                  </a:lnTo>
                  <a:cubicBezTo>
                    <a:pt x="13335" y="3459734"/>
                    <a:pt x="10287" y="3453892"/>
                    <a:pt x="7747" y="3447923"/>
                  </a:cubicBezTo>
                  <a:cubicBezTo>
                    <a:pt x="5207" y="3441827"/>
                    <a:pt x="3302" y="3435604"/>
                    <a:pt x="2032" y="3429127"/>
                  </a:cubicBezTo>
                  <a:cubicBezTo>
                    <a:pt x="762" y="3422650"/>
                    <a:pt x="127" y="3416173"/>
                    <a:pt x="127" y="3409569"/>
                  </a:cubicBezTo>
                  <a:lnTo>
                    <a:pt x="4318" y="3409569"/>
                  </a:lnTo>
                  <a:lnTo>
                    <a:pt x="127" y="3409569"/>
                  </a:lnTo>
                  <a:moveTo>
                    <a:pt x="8509" y="3409569"/>
                  </a:moveTo>
                  <a:cubicBezTo>
                    <a:pt x="8509" y="3415665"/>
                    <a:pt x="9144" y="3421634"/>
                    <a:pt x="10287" y="3427476"/>
                  </a:cubicBezTo>
                  <a:lnTo>
                    <a:pt x="6223" y="3428238"/>
                  </a:lnTo>
                  <a:lnTo>
                    <a:pt x="10287" y="3427476"/>
                  </a:lnTo>
                  <a:cubicBezTo>
                    <a:pt x="11430" y="3433445"/>
                    <a:pt x="13208" y="3439160"/>
                    <a:pt x="15494" y="3444748"/>
                  </a:cubicBezTo>
                  <a:lnTo>
                    <a:pt x="11684" y="3446399"/>
                  </a:lnTo>
                  <a:lnTo>
                    <a:pt x="15494" y="3444748"/>
                  </a:lnTo>
                  <a:cubicBezTo>
                    <a:pt x="17780" y="3450336"/>
                    <a:pt x="20574" y="3455670"/>
                    <a:pt x="24003" y="3460623"/>
                  </a:cubicBezTo>
                  <a:cubicBezTo>
                    <a:pt x="27305" y="3465703"/>
                    <a:pt x="31115" y="3470275"/>
                    <a:pt x="35433" y="3474593"/>
                  </a:cubicBezTo>
                  <a:cubicBezTo>
                    <a:pt x="39751" y="3478911"/>
                    <a:pt x="44323" y="3482721"/>
                    <a:pt x="49403" y="3486023"/>
                  </a:cubicBezTo>
                  <a:lnTo>
                    <a:pt x="47117" y="3489452"/>
                  </a:lnTo>
                  <a:lnTo>
                    <a:pt x="49403" y="3486023"/>
                  </a:lnTo>
                  <a:cubicBezTo>
                    <a:pt x="54483" y="3489325"/>
                    <a:pt x="59690" y="3492246"/>
                    <a:pt x="65278" y="3494532"/>
                  </a:cubicBezTo>
                  <a:lnTo>
                    <a:pt x="63627" y="3498342"/>
                  </a:lnTo>
                  <a:lnTo>
                    <a:pt x="65278" y="3494532"/>
                  </a:lnTo>
                  <a:cubicBezTo>
                    <a:pt x="70866" y="3496818"/>
                    <a:pt x="76581" y="3498596"/>
                    <a:pt x="82550" y="3499739"/>
                  </a:cubicBezTo>
                  <a:cubicBezTo>
                    <a:pt x="88519" y="3500882"/>
                    <a:pt x="94488" y="3501517"/>
                    <a:pt x="100457" y="3501517"/>
                  </a:cubicBezTo>
                  <a:lnTo>
                    <a:pt x="4621276" y="3501517"/>
                  </a:lnTo>
                  <a:cubicBezTo>
                    <a:pt x="4627372" y="3501517"/>
                    <a:pt x="4633342" y="3500882"/>
                    <a:pt x="4639183" y="3499739"/>
                  </a:cubicBezTo>
                  <a:cubicBezTo>
                    <a:pt x="4645152" y="3498596"/>
                    <a:pt x="4650867" y="3496818"/>
                    <a:pt x="4656455" y="3494532"/>
                  </a:cubicBezTo>
                  <a:lnTo>
                    <a:pt x="4658106" y="3498342"/>
                  </a:lnTo>
                  <a:lnTo>
                    <a:pt x="4656455" y="3494532"/>
                  </a:lnTo>
                  <a:cubicBezTo>
                    <a:pt x="4662043" y="3492246"/>
                    <a:pt x="4667377" y="3489325"/>
                    <a:pt x="4672330" y="3486023"/>
                  </a:cubicBezTo>
                  <a:lnTo>
                    <a:pt x="4674617" y="3489452"/>
                  </a:lnTo>
                  <a:lnTo>
                    <a:pt x="4672330" y="3486023"/>
                  </a:lnTo>
                  <a:cubicBezTo>
                    <a:pt x="4677411" y="3482721"/>
                    <a:pt x="4681982" y="3478911"/>
                    <a:pt x="4686300" y="3474593"/>
                  </a:cubicBezTo>
                  <a:lnTo>
                    <a:pt x="4689221" y="3477514"/>
                  </a:lnTo>
                  <a:lnTo>
                    <a:pt x="4686300" y="3474593"/>
                  </a:lnTo>
                  <a:cubicBezTo>
                    <a:pt x="4690618" y="3470275"/>
                    <a:pt x="4694428" y="3465703"/>
                    <a:pt x="4697730" y="3460623"/>
                  </a:cubicBezTo>
                  <a:lnTo>
                    <a:pt x="4701159" y="3462909"/>
                  </a:lnTo>
                  <a:lnTo>
                    <a:pt x="4697730" y="3460623"/>
                  </a:lnTo>
                  <a:cubicBezTo>
                    <a:pt x="4701032" y="3455543"/>
                    <a:pt x="4703953" y="3450336"/>
                    <a:pt x="4706239" y="3444748"/>
                  </a:cubicBezTo>
                  <a:lnTo>
                    <a:pt x="4710049" y="3446399"/>
                  </a:lnTo>
                  <a:lnTo>
                    <a:pt x="4706239" y="3444748"/>
                  </a:lnTo>
                  <a:cubicBezTo>
                    <a:pt x="4708525" y="3439160"/>
                    <a:pt x="4710303" y="3433445"/>
                    <a:pt x="4711446" y="3427476"/>
                  </a:cubicBezTo>
                  <a:lnTo>
                    <a:pt x="4715511" y="3428238"/>
                  </a:lnTo>
                  <a:lnTo>
                    <a:pt x="4711446" y="3427476"/>
                  </a:lnTo>
                  <a:cubicBezTo>
                    <a:pt x="4712589" y="3421507"/>
                    <a:pt x="4713224" y="3415538"/>
                    <a:pt x="4713224" y="3409569"/>
                  </a:cubicBezTo>
                  <a:lnTo>
                    <a:pt x="4713224" y="100330"/>
                  </a:lnTo>
                  <a:cubicBezTo>
                    <a:pt x="4713224" y="94234"/>
                    <a:pt x="4712589" y="88265"/>
                    <a:pt x="4711446" y="82423"/>
                  </a:cubicBezTo>
                  <a:lnTo>
                    <a:pt x="4715511" y="81661"/>
                  </a:lnTo>
                  <a:lnTo>
                    <a:pt x="4711446" y="82423"/>
                  </a:lnTo>
                  <a:cubicBezTo>
                    <a:pt x="4710303" y="76454"/>
                    <a:pt x="4708525" y="70739"/>
                    <a:pt x="4706239" y="65151"/>
                  </a:cubicBezTo>
                  <a:lnTo>
                    <a:pt x="4710049" y="63500"/>
                  </a:lnTo>
                  <a:lnTo>
                    <a:pt x="4706239" y="65151"/>
                  </a:lnTo>
                  <a:cubicBezTo>
                    <a:pt x="4703953" y="59563"/>
                    <a:pt x="4701032" y="54229"/>
                    <a:pt x="4697730" y="49276"/>
                  </a:cubicBezTo>
                  <a:lnTo>
                    <a:pt x="4701159" y="46990"/>
                  </a:lnTo>
                  <a:lnTo>
                    <a:pt x="4697730" y="49276"/>
                  </a:lnTo>
                  <a:cubicBezTo>
                    <a:pt x="4694428" y="44196"/>
                    <a:pt x="4690618" y="39624"/>
                    <a:pt x="4686300" y="35306"/>
                  </a:cubicBezTo>
                  <a:lnTo>
                    <a:pt x="4689221" y="32385"/>
                  </a:lnTo>
                  <a:lnTo>
                    <a:pt x="4686300" y="35306"/>
                  </a:lnTo>
                  <a:cubicBezTo>
                    <a:pt x="4681982" y="30988"/>
                    <a:pt x="4677411" y="27178"/>
                    <a:pt x="4672330" y="23876"/>
                  </a:cubicBezTo>
                  <a:lnTo>
                    <a:pt x="4674617" y="20447"/>
                  </a:lnTo>
                  <a:lnTo>
                    <a:pt x="4672330" y="23876"/>
                  </a:lnTo>
                  <a:cubicBezTo>
                    <a:pt x="4667250" y="20574"/>
                    <a:pt x="4662043" y="17653"/>
                    <a:pt x="4656455" y="15367"/>
                  </a:cubicBezTo>
                  <a:lnTo>
                    <a:pt x="4658106" y="11557"/>
                  </a:lnTo>
                  <a:lnTo>
                    <a:pt x="4656455" y="15367"/>
                  </a:lnTo>
                  <a:cubicBezTo>
                    <a:pt x="4650867" y="13081"/>
                    <a:pt x="4645152" y="11303"/>
                    <a:pt x="4639183" y="10160"/>
                  </a:cubicBezTo>
                  <a:cubicBezTo>
                    <a:pt x="4633214" y="9017"/>
                    <a:pt x="4627245" y="8382"/>
                    <a:pt x="4621276" y="8382"/>
                  </a:cubicBezTo>
                  <a:lnTo>
                    <a:pt x="100330" y="8382"/>
                  </a:lnTo>
                  <a:cubicBezTo>
                    <a:pt x="94234" y="8382"/>
                    <a:pt x="88265" y="9017"/>
                    <a:pt x="82423" y="10160"/>
                  </a:cubicBezTo>
                  <a:cubicBezTo>
                    <a:pt x="76454" y="11303"/>
                    <a:pt x="70739" y="13081"/>
                    <a:pt x="65151" y="15367"/>
                  </a:cubicBezTo>
                  <a:lnTo>
                    <a:pt x="63500" y="11557"/>
                  </a:lnTo>
                  <a:lnTo>
                    <a:pt x="65151" y="15367"/>
                  </a:lnTo>
                  <a:cubicBezTo>
                    <a:pt x="59563" y="17653"/>
                    <a:pt x="54229" y="20574"/>
                    <a:pt x="49276" y="23876"/>
                  </a:cubicBezTo>
                  <a:lnTo>
                    <a:pt x="46990" y="20447"/>
                  </a:lnTo>
                  <a:lnTo>
                    <a:pt x="49276" y="23876"/>
                  </a:lnTo>
                  <a:cubicBezTo>
                    <a:pt x="44196" y="27178"/>
                    <a:pt x="39624" y="30988"/>
                    <a:pt x="35306" y="35306"/>
                  </a:cubicBezTo>
                  <a:cubicBezTo>
                    <a:pt x="30988" y="39624"/>
                    <a:pt x="27178" y="44196"/>
                    <a:pt x="23876" y="49276"/>
                  </a:cubicBezTo>
                  <a:lnTo>
                    <a:pt x="20447" y="46990"/>
                  </a:lnTo>
                  <a:lnTo>
                    <a:pt x="23876" y="49276"/>
                  </a:lnTo>
                  <a:cubicBezTo>
                    <a:pt x="20574" y="54356"/>
                    <a:pt x="17653" y="59563"/>
                    <a:pt x="15367" y="65151"/>
                  </a:cubicBezTo>
                  <a:cubicBezTo>
                    <a:pt x="13081" y="70739"/>
                    <a:pt x="11303" y="76454"/>
                    <a:pt x="10160" y="82423"/>
                  </a:cubicBezTo>
                  <a:lnTo>
                    <a:pt x="6096" y="81661"/>
                  </a:lnTo>
                  <a:lnTo>
                    <a:pt x="10160" y="82423"/>
                  </a:lnTo>
                  <a:cubicBezTo>
                    <a:pt x="9017" y="88392"/>
                    <a:pt x="8382" y="94361"/>
                    <a:pt x="8382" y="100330"/>
                  </a:cubicBezTo>
                  <a:lnTo>
                    <a:pt x="8382" y="3409569"/>
                  </a:lnTo>
                  <a:close/>
                </a:path>
              </a:pathLst>
            </a:custGeom>
            <a:solidFill>
              <a:srgbClr val="E5E7E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62603" y="1616903"/>
            <a:ext cx="8176365" cy="6130986"/>
            <a:chOff x="0" y="0"/>
            <a:chExt cx="6449568" cy="48361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49568" cy="4836160"/>
            </a:xfrm>
            <a:custGeom>
              <a:avLst/>
              <a:gdLst/>
              <a:ahLst/>
              <a:cxnLst/>
              <a:rect r="r" b="b" t="t" l="l"/>
              <a:pathLst>
                <a:path h="4836160" w="6449568">
                  <a:moveTo>
                    <a:pt x="6238113" y="46101"/>
                  </a:moveTo>
                  <a:cubicBezTo>
                    <a:pt x="6254369" y="46101"/>
                    <a:pt x="6269990" y="49149"/>
                    <a:pt x="6284976" y="55372"/>
                  </a:cubicBezTo>
                  <a:cubicBezTo>
                    <a:pt x="6299962" y="61595"/>
                    <a:pt x="6313297" y="70485"/>
                    <a:pt x="6324727" y="81915"/>
                  </a:cubicBezTo>
                  <a:cubicBezTo>
                    <a:pt x="6336157" y="93345"/>
                    <a:pt x="6345047" y="106680"/>
                    <a:pt x="6351270" y="121666"/>
                  </a:cubicBezTo>
                  <a:cubicBezTo>
                    <a:pt x="6357493" y="136652"/>
                    <a:pt x="6360541" y="152273"/>
                    <a:pt x="6360541" y="168529"/>
                  </a:cubicBezTo>
                  <a:lnTo>
                    <a:pt x="6360541" y="4580890"/>
                  </a:lnTo>
                  <a:cubicBezTo>
                    <a:pt x="6360541" y="4597146"/>
                    <a:pt x="6357493" y="4612767"/>
                    <a:pt x="6351270" y="4627753"/>
                  </a:cubicBezTo>
                  <a:cubicBezTo>
                    <a:pt x="6345047" y="4642739"/>
                    <a:pt x="6336157" y="4656074"/>
                    <a:pt x="6324727" y="4667504"/>
                  </a:cubicBezTo>
                  <a:cubicBezTo>
                    <a:pt x="6313297" y="4678934"/>
                    <a:pt x="6299962" y="4687824"/>
                    <a:pt x="6284976" y="4694047"/>
                  </a:cubicBezTo>
                  <a:cubicBezTo>
                    <a:pt x="6269990" y="4700270"/>
                    <a:pt x="6254369" y="4703445"/>
                    <a:pt x="6238113" y="4703445"/>
                  </a:cubicBezTo>
                  <a:lnTo>
                    <a:pt x="210185" y="4703445"/>
                  </a:lnTo>
                  <a:cubicBezTo>
                    <a:pt x="193929" y="4703445"/>
                    <a:pt x="178308" y="4700270"/>
                    <a:pt x="163322" y="4694047"/>
                  </a:cubicBezTo>
                  <a:cubicBezTo>
                    <a:pt x="148336" y="4687824"/>
                    <a:pt x="135128" y="4678934"/>
                    <a:pt x="123571" y="4667504"/>
                  </a:cubicBezTo>
                  <a:cubicBezTo>
                    <a:pt x="112014" y="4656074"/>
                    <a:pt x="103251" y="4642739"/>
                    <a:pt x="97028" y="4627753"/>
                  </a:cubicBezTo>
                  <a:cubicBezTo>
                    <a:pt x="90805" y="4612767"/>
                    <a:pt x="87630" y="4597146"/>
                    <a:pt x="87630" y="4580890"/>
                  </a:cubicBezTo>
                  <a:lnTo>
                    <a:pt x="87630" y="168656"/>
                  </a:lnTo>
                  <a:cubicBezTo>
                    <a:pt x="87630" y="152400"/>
                    <a:pt x="90805" y="136779"/>
                    <a:pt x="97028" y="121793"/>
                  </a:cubicBezTo>
                  <a:cubicBezTo>
                    <a:pt x="103251" y="106807"/>
                    <a:pt x="112014" y="93472"/>
                    <a:pt x="123444" y="81915"/>
                  </a:cubicBezTo>
                  <a:cubicBezTo>
                    <a:pt x="134874" y="70358"/>
                    <a:pt x="148209" y="61595"/>
                    <a:pt x="163195" y="55372"/>
                  </a:cubicBezTo>
                  <a:cubicBezTo>
                    <a:pt x="178181" y="49149"/>
                    <a:pt x="193802" y="46101"/>
                    <a:pt x="210058" y="46101"/>
                  </a:cubicBezTo>
                  <a:close/>
                  <a:moveTo>
                    <a:pt x="0" y="0"/>
                  </a:moveTo>
                  <a:lnTo>
                    <a:pt x="0" y="4836160"/>
                  </a:lnTo>
                  <a:lnTo>
                    <a:pt x="6449568" y="4836160"/>
                  </a:lnTo>
                  <a:lnTo>
                    <a:pt x="6449568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0154" y="7825170"/>
            <a:ext cx="16538206" cy="2452491"/>
            <a:chOff x="0" y="0"/>
            <a:chExt cx="13045440" cy="19345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45439" cy="1934591"/>
            </a:xfrm>
            <a:custGeom>
              <a:avLst/>
              <a:gdLst/>
              <a:ahLst/>
              <a:cxnLst/>
              <a:rect r="r" b="b" t="t" l="l"/>
              <a:pathLst>
                <a:path h="1934591" w="13045439">
                  <a:moveTo>
                    <a:pt x="12850241" y="51562"/>
                  </a:moveTo>
                  <a:cubicBezTo>
                    <a:pt x="12866498" y="51562"/>
                    <a:pt x="12882118" y="54610"/>
                    <a:pt x="12897104" y="60833"/>
                  </a:cubicBezTo>
                  <a:cubicBezTo>
                    <a:pt x="12912090" y="67056"/>
                    <a:pt x="12925425" y="75946"/>
                    <a:pt x="12936855" y="87376"/>
                  </a:cubicBezTo>
                  <a:cubicBezTo>
                    <a:pt x="12948286" y="98806"/>
                    <a:pt x="12957175" y="112141"/>
                    <a:pt x="12963398" y="127127"/>
                  </a:cubicBezTo>
                  <a:cubicBezTo>
                    <a:pt x="12969622" y="142113"/>
                    <a:pt x="12972669" y="157861"/>
                    <a:pt x="12972669" y="173990"/>
                  </a:cubicBezTo>
                  <a:lnTo>
                    <a:pt x="12972669" y="1756283"/>
                  </a:lnTo>
                  <a:cubicBezTo>
                    <a:pt x="12972669" y="1772539"/>
                    <a:pt x="12969622" y="1788160"/>
                    <a:pt x="12963398" y="1803146"/>
                  </a:cubicBezTo>
                  <a:cubicBezTo>
                    <a:pt x="12957175" y="1818132"/>
                    <a:pt x="12948286" y="1831340"/>
                    <a:pt x="12936855" y="1842897"/>
                  </a:cubicBezTo>
                  <a:cubicBezTo>
                    <a:pt x="12925425" y="1854454"/>
                    <a:pt x="12912090" y="1863217"/>
                    <a:pt x="12897104" y="1869440"/>
                  </a:cubicBezTo>
                  <a:cubicBezTo>
                    <a:pt x="12882118" y="1875663"/>
                    <a:pt x="12866498" y="1878711"/>
                    <a:pt x="12850241" y="1878711"/>
                  </a:cubicBezTo>
                  <a:lnTo>
                    <a:pt x="192659" y="1878711"/>
                  </a:lnTo>
                  <a:cubicBezTo>
                    <a:pt x="176403" y="1878711"/>
                    <a:pt x="160782" y="1875663"/>
                    <a:pt x="145796" y="1869440"/>
                  </a:cubicBezTo>
                  <a:cubicBezTo>
                    <a:pt x="130810" y="1863217"/>
                    <a:pt x="117475" y="1854327"/>
                    <a:pt x="106045" y="1842897"/>
                  </a:cubicBezTo>
                  <a:cubicBezTo>
                    <a:pt x="94615" y="1831467"/>
                    <a:pt x="85725" y="1818132"/>
                    <a:pt x="79502" y="1803146"/>
                  </a:cubicBezTo>
                  <a:cubicBezTo>
                    <a:pt x="73279" y="1788160"/>
                    <a:pt x="70231" y="1772539"/>
                    <a:pt x="70231" y="1756283"/>
                  </a:cubicBezTo>
                  <a:lnTo>
                    <a:pt x="70231" y="174117"/>
                  </a:lnTo>
                  <a:cubicBezTo>
                    <a:pt x="70231" y="157861"/>
                    <a:pt x="73279" y="142240"/>
                    <a:pt x="79502" y="127254"/>
                  </a:cubicBezTo>
                  <a:cubicBezTo>
                    <a:pt x="85725" y="112268"/>
                    <a:pt x="94488" y="98933"/>
                    <a:pt x="105918" y="87376"/>
                  </a:cubicBezTo>
                  <a:cubicBezTo>
                    <a:pt x="117348" y="75819"/>
                    <a:pt x="130683" y="67056"/>
                    <a:pt x="145669" y="60833"/>
                  </a:cubicBezTo>
                  <a:cubicBezTo>
                    <a:pt x="160655" y="54610"/>
                    <a:pt x="176276" y="51562"/>
                    <a:pt x="192532" y="51562"/>
                  </a:cubicBezTo>
                  <a:close/>
                  <a:moveTo>
                    <a:pt x="0" y="0"/>
                  </a:moveTo>
                  <a:lnTo>
                    <a:pt x="0" y="1934591"/>
                  </a:lnTo>
                  <a:lnTo>
                    <a:pt x="13045439" y="1934591"/>
                  </a:lnTo>
                  <a:lnTo>
                    <a:pt x="13045439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094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772813" y="7717829"/>
            <a:ext cx="16752871" cy="2718580"/>
          </a:xfrm>
          <a:custGeom>
            <a:avLst/>
            <a:gdLst/>
            <a:ahLst/>
            <a:cxnLst/>
            <a:rect r="r" b="b" t="t" l="l"/>
            <a:pathLst>
              <a:path h="2718580" w="16752871">
                <a:moveTo>
                  <a:pt x="0" y="0"/>
                </a:moveTo>
                <a:lnTo>
                  <a:pt x="16752871" y="0"/>
                </a:lnTo>
                <a:lnTo>
                  <a:pt x="16752871" y="2718581"/>
                </a:lnTo>
                <a:lnTo>
                  <a:pt x="0" y="271858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180875" y="2367417"/>
            <a:ext cx="7528860" cy="5000408"/>
            <a:chOff x="0" y="0"/>
            <a:chExt cx="5938812" cy="39443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38774" cy="3944239"/>
            </a:xfrm>
            <a:custGeom>
              <a:avLst/>
              <a:gdLst/>
              <a:ahLst/>
              <a:cxnLst/>
              <a:rect r="r" b="b" t="t" l="l"/>
              <a:pathLst>
                <a:path h="3944239" w="5938774">
                  <a:moveTo>
                    <a:pt x="89154" y="0"/>
                  </a:moveTo>
                  <a:cubicBezTo>
                    <a:pt x="77343" y="0"/>
                    <a:pt x="65913" y="2286"/>
                    <a:pt x="54991" y="6731"/>
                  </a:cubicBezTo>
                  <a:cubicBezTo>
                    <a:pt x="44069" y="11176"/>
                    <a:pt x="34417" y="17780"/>
                    <a:pt x="26162" y="26162"/>
                  </a:cubicBezTo>
                  <a:cubicBezTo>
                    <a:pt x="17907" y="34544"/>
                    <a:pt x="11303" y="44069"/>
                    <a:pt x="6731" y="54991"/>
                  </a:cubicBezTo>
                  <a:cubicBezTo>
                    <a:pt x="2159" y="65913"/>
                    <a:pt x="0" y="77343"/>
                    <a:pt x="0" y="89154"/>
                  </a:cubicBezTo>
                  <a:lnTo>
                    <a:pt x="0" y="3855212"/>
                  </a:lnTo>
                  <a:cubicBezTo>
                    <a:pt x="0" y="3867023"/>
                    <a:pt x="2286" y="3878453"/>
                    <a:pt x="6731" y="3889248"/>
                  </a:cubicBezTo>
                  <a:cubicBezTo>
                    <a:pt x="11176" y="3900043"/>
                    <a:pt x="17653" y="3909822"/>
                    <a:pt x="26035" y="3918204"/>
                  </a:cubicBezTo>
                  <a:cubicBezTo>
                    <a:pt x="34417" y="3926586"/>
                    <a:pt x="44069" y="3932936"/>
                    <a:pt x="54991" y="3937508"/>
                  </a:cubicBezTo>
                  <a:cubicBezTo>
                    <a:pt x="65913" y="3942080"/>
                    <a:pt x="77343" y="3944239"/>
                    <a:pt x="89154" y="3944239"/>
                  </a:cubicBezTo>
                  <a:lnTo>
                    <a:pt x="5849747" y="3944239"/>
                  </a:lnTo>
                  <a:cubicBezTo>
                    <a:pt x="5861558" y="3944239"/>
                    <a:pt x="5872988" y="3941953"/>
                    <a:pt x="5883783" y="3937508"/>
                  </a:cubicBezTo>
                  <a:cubicBezTo>
                    <a:pt x="5894578" y="3933063"/>
                    <a:pt x="5904357" y="3926586"/>
                    <a:pt x="5912739" y="3918204"/>
                  </a:cubicBezTo>
                  <a:cubicBezTo>
                    <a:pt x="5921121" y="3909822"/>
                    <a:pt x="5927471" y="3900170"/>
                    <a:pt x="5932043" y="3889248"/>
                  </a:cubicBezTo>
                  <a:cubicBezTo>
                    <a:pt x="5936615" y="3878326"/>
                    <a:pt x="5938774" y="3867023"/>
                    <a:pt x="5938774" y="3855212"/>
                  </a:cubicBezTo>
                  <a:lnTo>
                    <a:pt x="5938774" y="89154"/>
                  </a:lnTo>
                  <a:cubicBezTo>
                    <a:pt x="5938774" y="77343"/>
                    <a:pt x="5936488" y="65913"/>
                    <a:pt x="5932043" y="54991"/>
                  </a:cubicBezTo>
                  <a:cubicBezTo>
                    <a:pt x="5927598" y="44069"/>
                    <a:pt x="5921121" y="34417"/>
                    <a:pt x="5912739" y="26035"/>
                  </a:cubicBezTo>
                  <a:cubicBezTo>
                    <a:pt x="5904357" y="17653"/>
                    <a:pt x="5894705" y="11303"/>
                    <a:pt x="5883783" y="6731"/>
                  </a:cubicBezTo>
                  <a:cubicBezTo>
                    <a:pt x="5872861" y="2159"/>
                    <a:pt x="5861558" y="0"/>
                    <a:pt x="584974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975" r="0" b="-975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0" y="0"/>
            <a:ext cx="18288000" cy="1485959"/>
            <a:chOff x="0" y="0"/>
            <a:chExt cx="10819257" cy="8791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10692251" cy="752097"/>
            </a:xfrm>
            <a:custGeom>
              <a:avLst/>
              <a:gdLst/>
              <a:ahLst/>
              <a:cxnLst/>
              <a:rect r="r" b="b" t="t" l="l"/>
              <a:pathLst>
                <a:path h="752097" w="10692251">
                  <a:moveTo>
                    <a:pt x="0" y="0"/>
                  </a:moveTo>
                  <a:lnTo>
                    <a:pt x="0" y="752098"/>
                  </a:lnTo>
                  <a:lnTo>
                    <a:pt x="10692251" y="752098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63500" y="782196"/>
              <a:ext cx="10692251" cy="33401"/>
            </a:xfrm>
            <a:custGeom>
              <a:avLst/>
              <a:gdLst/>
              <a:ahLst/>
              <a:cxnLst/>
              <a:rect r="r" b="b" t="t" l="l"/>
              <a:pathLst>
                <a:path h="33401" w="10692251">
                  <a:moveTo>
                    <a:pt x="0" y="0"/>
                  </a:moveTo>
                  <a:lnTo>
                    <a:pt x="0" y="33402"/>
                  </a:lnTo>
                  <a:lnTo>
                    <a:pt x="10692251" y="3340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8633329" y="301626"/>
              <a:ext cx="1621155" cy="242444"/>
            </a:xfrm>
            <a:custGeom>
              <a:avLst/>
              <a:gdLst/>
              <a:ahLst/>
              <a:cxnLst/>
              <a:rect r="r" b="b" t="t" l="l"/>
              <a:pathLst>
                <a:path h="242444" w="1621155">
                  <a:moveTo>
                    <a:pt x="0" y="213107"/>
                  </a:moveTo>
                  <a:lnTo>
                    <a:pt x="0" y="29337"/>
                  </a:lnTo>
                  <a:cubicBezTo>
                    <a:pt x="0" y="25400"/>
                    <a:pt x="762" y="21717"/>
                    <a:pt x="2286" y="18161"/>
                  </a:cubicBezTo>
                  <a:cubicBezTo>
                    <a:pt x="3810" y="14605"/>
                    <a:pt x="5842" y="11430"/>
                    <a:pt x="8636" y="8636"/>
                  </a:cubicBezTo>
                  <a:cubicBezTo>
                    <a:pt x="11430" y="5842"/>
                    <a:pt x="14478" y="3810"/>
                    <a:pt x="18034" y="2286"/>
                  </a:cubicBezTo>
                  <a:cubicBezTo>
                    <a:pt x="21590" y="762"/>
                    <a:pt x="25400" y="0"/>
                    <a:pt x="29210" y="0"/>
                  </a:cubicBezTo>
                  <a:lnTo>
                    <a:pt x="1591945" y="0"/>
                  </a:lnTo>
                  <a:cubicBezTo>
                    <a:pt x="1595754" y="0"/>
                    <a:pt x="1599564" y="762"/>
                    <a:pt x="1603121" y="2286"/>
                  </a:cubicBezTo>
                  <a:cubicBezTo>
                    <a:pt x="1606676" y="3810"/>
                    <a:pt x="1609851" y="5842"/>
                    <a:pt x="1612518" y="8636"/>
                  </a:cubicBezTo>
                  <a:cubicBezTo>
                    <a:pt x="1615186" y="11430"/>
                    <a:pt x="1617472" y="14605"/>
                    <a:pt x="1618868" y="18161"/>
                  </a:cubicBezTo>
                  <a:cubicBezTo>
                    <a:pt x="1620265" y="21717"/>
                    <a:pt x="1621154" y="25527"/>
                    <a:pt x="1621154" y="29337"/>
                  </a:cubicBezTo>
                  <a:lnTo>
                    <a:pt x="1621154" y="213107"/>
                  </a:lnTo>
                  <a:cubicBezTo>
                    <a:pt x="1621154" y="217044"/>
                    <a:pt x="1620392" y="220727"/>
                    <a:pt x="1618868" y="224283"/>
                  </a:cubicBezTo>
                  <a:cubicBezTo>
                    <a:pt x="1617345" y="227839"/>
                    <a:pt x="1615313" y="231014"/>
                    <a:pt x="1612518" y="233808"/>
                  </a:cubicBezTo>
                  <a:cubicBezTo>
                    <a:pt x="1609725" y="236602"/>
                    <a:pt x="1606676" y="238634"/>
                    <a:pt x="1603121" y="240158"/>
                  </a:cubicBezTo>
                  <a:cubicBezTo>
                    <a:pt x="1599564" y="241682"/>
                    <a:pt x="1595754" y="242444"/>
                    <a:pt x="1591945" y="242444"/>
                  </a:cubicBezTo>
                  <a:lnTo>
                    <a:pt x="29210" y="242444"/>
                  </a:lnTo>
                  <a:cubicBezTo>
                    <a:pt x="25401" y="242444"/>
                    <a:pt x="21591" y="241682"/>
                    <a:pt x="18034" y="240158"/>
                  </a:cubicBezTo>
                  <a:cubicBezTo>
                    <a:pt x="14479" y="238634"/>
                    <a:pt x="11304" y="236602"/>
                    <a:pt x="8637" y="233808"/>
                  </a:cubicBezTo>
                  <a:cubicBezTo>
                    <a:pt x="5969" y="231014"/>
                    <a:pt x="3683" y="227839"/>
                    <a:pt x="2287" y="224283"/>
                  </a:cubicBezTo>
                  <a:cubicBezTo>
                    <a:pt x="890" y="220727"/>
                    <a:pt x="1" y="216917"/>
                    <a:pt x="1" y="213107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8629138" y="297562"/>
              <a:ext cx="1629282" cy="250572"/>
            </a:xfrm>
            <a:custGeom>
              <a:avLst/>
              <a:gdLst/>
              <a:ahLst/>
              <a:cxnLst/>
              <a:rect r="r" b="b" t="t" l="l"/>
              <a:pathLst>
                <a:path h="250572" w="1629282">
                  <a:moveTo>
                    <a:pt x="0" y="217171"/>
                  </a:moveTo>
                  <a:lnTo>
                    <a:pt x="0" y="33401"/>
                  </a:lnTo>
                  <a:lnTo>
                    <a:pt x="4192" y="33401"/>
                  </a:lnTo>
                  <a:lnTo>
                    <a:pt x="0" y="33401"/>
                  </a:lnTo>
                  <a:cubicBezTo>
                    <a:pt x="0" y="28956"/>
                    <a:pt x="889" y="24638"/>
                    <a:pt x="2541" y="20574"/>
                  </a:cubicBezTo>
                  <a:lnTo>
                    <a:pt x="6350" y="22225"/>
                  </a:lnTo>
                  <a:lnTo>
                    <a:pt x="2413" y="20701"/>
                  </a:lnTo>
                  <a:cubicBezTo>
                    <a:pt x="4064" y="16510"/>
                    <a:pt x="6605" y="12954"/>
                    <a:pt x="9653" y="9779"/>
                  </a:cubicBezTo>
                  <a:lnTo>
                    <a:pt x="12573" y="12700"/>
                  </a:lnTo>
                  <a:lnTo>
                    <a:pt x="9525" y="9779"/>
                  </a:lnTo>
                  <a:cubicBezTo>
                    <a:pt x="12573" y="6604"/>
                    <a:pt x="16257" y="4191"/>
                    <a:pt x="20320" y="2540"/>
                  </a:cubicBezTo>
                  <a:lnTo>
                    <a:pt x="21971" y="6350"/>
                  </a:lnTo>
                  <a:lnTo>
                    <a:pt x="20320" y="2540"/>
                  </a:lnTo>
                  <a:cubicBezTo>
                    <a:pt x="24384" y="889"/>
                    <a:pt x="28703" y="0"/>
                    <a:pt x="33147" y="0"/>
                  </a:cubicBezTo>
                  <a:lnTo>
                    <a:pt x="33147" y="4191"/>
                  </a:lnTo>
                  <a:lnTo>
                    <a:pt x="33147" y="0"/>
                  </a:lnTo>
                  <a:lnTo>
                    <a:pt x="1596136" y="0"/>
                  </a:lnTo>
                  <a:lnTo>
                    <a:pt x="1596136" y="4191"/>
                  </a:lnTo>
                  <a:lnTo>
                    <a:pt x="1596136" y="0"/>
                  </a:lnTo>
                  <a:cubicBezTo>
                    <a:pt x="1600580" y="0"/>
                    <a:pt x="1604771" y="889"/>
                    <a:pt x="1608963" y="2540"/>
                  </a:cubicBezTo>
                  <a:lnTo>
                    <a:pt x="1607312" y="6350"/>
                  </a:lnTo>
                  <a:lnTo>
                    <a:pt x="1608963" y="2540"/>
                  </a:lnTo>
                  <a:cubicBezTo>
                    <a:pt x="1613027" y="4191"/>
                    <a:pt x="1616709" y="6604"/>
                    <a:pt x="1619757" y="9779"/>
                  </a:cubicBezTo>
                  <a:lnTo>
                    <a:pt x="1616709" y="12700"/>
                  </a:lnTo>
                  <a:lnTo>
                    <a:pt x="1619630" y="9779"/>
                  </a:lnTo>
                  <a:cubicBezTo>
                    <a:pt x="1622805" y="12827"/>
                    <a:pt x="1625218" y="16510"/>
                    <a:pt x="1626869" y="20701"/>
                  </a:cubicBezTo>
                  <a:lnTo>
                    <a:pt x="1622932" y="22225"/>
                  </a:lnTo>
                  <a:lnTo>
                    <a:pt x="1626742" y="20574"/>
                  </a:lnTo>
                  <a:cubicBezTo>
                    <a:pt x="1628520" y="24638"/>
                    <a:pt x="1629282" y="28956"/>
                    <a:pt x="1629282" y="33401"/>
                  </a:cubicBezTo>
                  <a:lnTo>
                    <a:pt x="1625092" y="33401"/>
                  </a:lnTo>
                  <a:lnTo>
                    <a:pt x="1629282" y="33401"/>
                  </a:lnTo>
                  <a:lnTo>
                    <a:pt x="1629282" y="217171"/>
                  </a:lnTo>
                  <a:lnTo>
                    <a:pt x="1625092" y="217171"/>
                  </a:lnTo>
                  <a:lnTo>
                    <a:pt x="1629282" y="217171"/>
                  </a:lnTo>
                  <a:cubicBezTo>
                    <a:pt x="1629282" y="221616"/>
                    <a:pt x="1628393" y="225934"/>
                    <a:pt x="1626742" y="229998"/>
                  </a:cubicBezTo>
                  <a:lnTo>
                    <a:pt x="1622932" y="228347"/>
                  </a:lnTo>
                  <a:lnTo>
                    <a:pt x="1626869" y="229871"/>
                  </a:lnTo>
                  <a:cubicBezTo>
                    <a:pt x="1625218" y="234062"/>
                    <a:pt x="1622679" y="237618"/>
                    <a:pt x="1619630" y="240793"/>
                  </a:cubicBezTo>
                  <a:lnTo>
                    <a:pt x="1616709" y="237872"/>
                  </a:lnTo>
                  <a:lnTo>
                    <a:pt x="1619757" y="240793"/>
                  </a:lnTo>
                  <a:cubicBezTo>
                    <a:pt x="1616709" y="243968"/>
                    <a:pt x="1613027" y="246381"/>
                    <a:pt x="1608963" y="248032"/>
                  </a:cubicBezTo>
                  <a:lnTo>
                    <a:pt x="1607312" y="244222"/>
                  </a:lnTo>
                  <a:lnTo>
                    <a:pt x="1608963" y="248032"/>
                  </a:lnTo>
                  <a:cubicBezTo>
                    <a:pt x="1604899" y="249683"/>
                    <a:pt x="1600580" y="250572"/>
                    <a:pt x="1596136" y="250572"/>
                  </a:cubicBezTo>
                  <a:lnTo>
                    <a:pt x="1596136" y="246381"/>
                  </a:lnTo>
                  <a:lnTo>
                    <a:pt x="1596136" y="250572"/>
                  </a:lnTo>
                  <a:lnTo>
                    <a:pt x="33401" y="250572"/>
                  </a:lnTo>
                  <a:lnTo>
                    <a:pt x="33401" y="246381"/>
                  </a:lnTo>
                  <a:lnTo>
                    <a:pt x="33401" y="250572"/>
                  </a:lnTo>
                  <a:cubicBezTo>
                    <a:pt x="28957" y="250572"/>
                    <a:pt x="24766" y="249683"/>
                    <a:pt x="20574" y="248032"/>
                  </a:cubicBezTo>
                  <a:lnTo>
                    <a:pt x="22225" y="244222"/>
                  </a:lnTo>
                  <a:lnTo>
                    <a:pt x="20574" y="248032"/>
                  </a:lnTo>
                  <a:cubicBezTo>
                    <a:pt x="16510" y="246381"/>
                    <a:pt x="12828" y="243968"/>
                    <a:pt x="9780" y="240793"/>
                  </a:cubicBezTo>
                  <a:lnTo>
                    <a:pt x="12828" y="237872"/>
                  </a:lnTo>
                  <a:lnTo>
                    <a:pt x="9907" y="240793"/>
                  </a:lnTo>
                  <a:cubicBezTo>
                    <a:pt x="6732" y="237745"/>
                    <a:pt x="4319" y="234062"/>
                    <a:pt x="2668" y="229871"/>
                  </a:cubicBezTo>
                  <a:lnTo>
                    <a:pt x="6605" y="228347"/>
                  </a:lnTo>
                  <a:lnTo>
                    <a:pt x="2795" y="229998"/>
                  </a:lnTo>
                  <a:cubicBezTo>
                    <a:pt x="1017" y="225934"/>
                    <a:pt x="255" y="221616"/>
                    <a:pt x="255" y="217171"/>
                  </a:cubicBezTo>
                  <a:lnTo>
                    <a:pt x="4445" y="217171"/>
                  </a:lnTo>
                  <a:lnTo>
                    <a:pt x="255" y="217171"/>
                  </a:lnTo>
                  <a:moveTo>
                    <a:pt x="8636" y="217171"/>
                  </a:moveTo>
                  <a:cubicBezTo>
                    <a:pt x="8636" y="220473"/>
                    <a:pt x="9271" y="223648"/>
                    <a:pt x="10542" y="226696"/>
                  </a:cubicBezTo>
                  <a:cubicBezTo>
                    <a:pt x="11684" y="229744"/>
                    <a:pt x="13589" y="232411"/>
                    <a:pt x="16003" y="234824"/>
                  </a:cubicBezTo>
                  <a:cubicBezTo>
                    <a:pt x="18288" y="237110"/>
                    <a:pt x="20956" y="238888"/>
                    <a:pt x="24004" y="240158"/>
                  </a:cubicBezTo>
                  <a:cubicBezTo>
                    <a:pt x="27051" y="241428"/>
                    <a:pt x="30354" y="242063"/>
                    <a:pt x="33656" y="242063"/>
                  </a:cubicBezTo>
                  <a:lnTo>
                    <a:pt x="1596136" y="242063"/>
                  </a:lnTo>
                  <a:cubicBezTo>
                    <a:pt x="1599438" y="242063"/>
                    <a:pt x="1602613" y="241428"/>
                    <a:pt x="1605788" y="240158"/>
                  </a:cubicBezTo>
                  <a:cubicBezTo>
                    <a:pt x="1608836" y="238888"/>
                    <a:pt x="1611629" y="237110"/>
                    <a:pt x="1613789" y="234824"/>
                  </a:cubicBezTo>
                  <a:cubicBezTo>
                    <a:pt x="1616202" y="232411"/>
                    <a:pt x="1617979" y="229744"/>
                    <a:pt x="1619250" y="226696"/>
                  </a:cubicBezTo>
                  <a:cubicBezTo>
                    <a:pt x="1620519" y="223648"/>
                    <a:pt x="1621154" y="220473"/>
                    <a:pt x="1621154" y="217171"/>
                  </a:cubicBezTo>
                  <a:lnTo>
                    <a:pt x="1621154" y="33401"/>
                  </a:lnTo>
                  <a:cubicBezTo>
                    <a:pt x="1621154" y="30099"/>
                    <a:pt x="1620519" y="26924"/>
                    <a:pt x="1619250" y="23876"/>
                  </a:cubicBezTo>
                  <a:cubicBezTo>
                    <a:pt x="1618106" y="20828"/>
                    <a:pt x="1616202" y="18161"/>
                    <a:pt x="1613789" y="15748"/>
                  </a:cubicBezTo>
                  <a:cubicBezTo>
                    <a:pt x="1611503" y="13462"/>
                    <a:pt x="1608836" y="11684"/>
                    <a:pt x="1605788" y="10414"/>
                  </a:cubicBezTo>
                  <a:cubicBezTo>
                    <a:pt x="1602740" y="9144"/>
                    <a:pt x="1599438" y="8509"/>
                    <a:pt x="1596136" y="8509"/>
                  </a:cubicBezTo>
                  <a:lnTo>
                    <a:pt x="33401" y="8509"/>
                  </a:lnTo>
                  <a:cubicBezTo>
                    <a:pt x="30099" y="8509"/>
                    <a:pt x="26924" y="9144"/>
                    <a:pt x="23749" y="10414"/>
                  </a:cubicBezTo>
                  <a:cubicBezTo>
                    <a:pt x="20701" y="11684"/>
                    <a:pt x="17908" y="13462"/>
                    <a:pt x="15748" y="15748"/>
                  </a:cubicBezTo>
                  <a:cubicBezTo>
                    <a:pt x="13335" y="18161"/>
                    <a:pt x="11558" y="20828"/>
                    <a:pt x="10287" y="23876"/>
                  </a:cubicBezTo>
                  <a:cubicBezTo>
                    <a:pt x="9018" y="26924"/>
                    <a:pt x="8383" y="30099"/>
                    <a:pt x="8383" y="33401"/>
                  </a:cubicBezTo>
                  <a:lnTo>
                    <a:pt x="8383" y="217171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130313" y="2484365"/>
            <a:ext cx="6010715" cy="4935291"/>
          </a:xfrm>
          <a:custGeom>
            <a:avLst/>
            <a:gdLst/>
            <a:ahLst/>
            <a:cxnLst/>
            <a:rect r="r" b="b" t="t" l="l"/>
            <a:pathLst>
              <a:path h="4935291" w="6010715">
                <a:moveTo>
                  <a:pt x="0" y="0"/>
                </a:moveTo>
                <a:lnTo>
                  <a:pt x="6010715" y="0"/>
                </a:lnTo>
                <a:lnTo>
                  <a:pt x="6010715" y="4935291"/>
                </a:lnTo>
                <a:lnTo>
                  <a:pt x="0" y="49352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394" t="0" r="-1394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180875" y="1864959"/>
            <a:ext cx="230524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8B5CF6"/>
                </a:solidFill>
                <a:latin typeface="Arimo"/>
                <a:ea typeface="Arimo"/>
                <a:cs typeface="Arimo"/>
                <a:sym typeface="Arimo"/>
              </a:rPr>
              <a:t>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85542" y="1864959"/>
            <a:ext cx="230524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10B981"/>
                </a:solidFill>
                <a:latin typeface="Arimo"/>
                <a:ea typeface="Arimo"/>
                <a:cs typeface="Arimo"/>
                <a:sym typeface="Arimo"/>
              </a:rPr>
              <a:t>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519882" y="1885329"/>
            <a:ext cx="3174476" cy="30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374151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 Parameter Efficiency Map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4550" y="1885329"/>
            <a:ext cx="2499021" cy="30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374151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 Prediction Accuracy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22494" y="1932181"/>
            <a:ext cx="2027009" cy="23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9CA3AF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Stages vs. Solvent Ratio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141028" y="1930829"/>
            <a:ext cx="877417" cy="23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04785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R² = 0.952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96454" y="8271218"/>
            <a:ext cx="216114" cy="38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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423913" y="8163955"/>
            <a:ext cx="6983238" cy="1458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1E3A8A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Key Observations</a:t>
            </a:r>
          </a:p>
          <a:p>
            <a:pPr algn="l">
              <a:lnSpc>
                <a:spcPts val="3025"/>
              </a:lnSpc>
            </a:pPr>
            <a:r>
              <a:rPr lang="en-US" sz="1999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Optimal Region Identified</a:t>
            </a:r>
          </a:p>
          <a:p>
            <a:pPr algn="l">
              <a:lnSpc>
                <a:spcPts val="3025"/>
              </a:lnSpc>
            </a:pPr>
            <a:r>
              <a:rPr lang="en-US" sz="1999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High efficiency achieved at S/F &gt; 2 and stages ≥ 4.</a:t>
            </a:r>
          </a:p>
          <a:p>
            <a:pPr algn="l">
              <a:lnSpc>
                <a:spcPts val="3025"/>
              </a:lnSpc>
            </a:pPr>
            <a:r>
              <a:rPr lang="en-US" sz="1999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Further increase shows diminishing returns.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896294" y="8631774"/>
            <a:ext cx="6773017" cy="1130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0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Model Validation</a:t>
            </a:r>
          </a:p>
          <a:p>
            <a:pPr algn="l">
              <a:lnSpc>
                <a:spcPts val="3026"/>
              </a:lnSpc>
            </a:pPr>
            <a:r>
              <a:rPr lang="en-US" sz="20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Predictions closely match simulation results.</a:t>
            </a:r>
          </a:p>
          <a:p>
            <a:pPr algn="l">
              <a:lnSpc>
                <a:spcPts val="3026"/>
              </a:lnSpc>
            </a:pPr>
            <a:r>
              <a:rPr lang="en-US" sz="2000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 Low loss and tight fit indicate reliable ML model.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54875" y="506820"/>
            <a:ext cx="4491800" cy="34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4004">
                <a:solidFill>
                  <a:srgbClr val="11182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Results Analysis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25448" y="757539"/>
            <a:ext cx="52390" cy="414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1557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4875" y="919464"/>
            <a:ext cx="5262569" cy="25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HEATMAP</a:t>
            </a:r>
            <a:r>
              <a:rPr lang="en-US" sz="1557" spc="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VISUALIZATION</a:t>
            </a:r>
            <a:r>
              <a:rPr lang="en-US" sz="1557" spc="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&amp;</a:t>
            </a:r>
            <a:r>
              <a:rPr lang="en-US" sz="1557" spc="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PREDICTION</a:t>
            </a:r>
            <a:r>
              <a:rPr lang="en-US" sz="1557" spc="3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ACCURACY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105072" y="597813"/>
            <a:ext cx="2092762" cy="254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 Performance Metrics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769590" y="559397"/>
            <a:ext cx="226933" cy="26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1E40AF"/>
                </a:solidFill>
                <a:latin typeface="Arimo"/>
                <a:ea typeface="Arimo"/>
                <a:cs typeface="Arimo"/>
                <a:sym typeface="Arimo"/>
              </a:rPr>
              <a:t>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5017"/>
            <a:chOff x="0" y="0"/>
            <a:chExt cx="10819257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8921492" y="4241802"/>
              <a:ext cx="1834259" cy="1838453"/>
            </a:xfrm>
            <a:custGeom>
              <a:avLst/>
              <a:gdLst/>
              <a:ahLst/>
              <a:cxnLst/>
              <a:rect r="r" b="b" t="t" l="l"/>
              <a:pathLst>
                <a:path h="1838453" w="1834259">
                  <a:moveTo>
                    <a:pt x="1253616" y="0"/>
                  </a:moveTo>
                  <a:cubicBezTo>
                    <a:pt x="1233170" y="0"/>
                    <a:pt x="1212596" y="508"/>
                    <a:pt x="1192148" y="1524"/>
                  </a:cubicBezTo>
                  <a:cubicBezTo>
                    <a:pt x="1171701" y="2540"/>
                    <a:pt x="1151254" y="4064"/>
                    <a:pt x="1130808" y="6096"/>
                  </a:cubicBezTo>
                  <a:cubicBezTo>
                    <a:pt x="1110360" y="8129"/>
                    <a:pt x="1090040" y="10668"/>
                    <a:pt x="1069721" y="13589"/>
                  </a:cubicBezTo>
                  <a:cubicBezTo>
                    <a:pt x="1049400" y="16510"/>
                    <a:pt x="1029208" y="20066"/>
                    <a:pt x="1009141" y="24130"/>
                  </a:cubicBezTo>
                  <a:cubicBezTo>
                    <a:pt x="989075" y="28194"/>
                    <a:pt x="969010" y="32639"/>
                    <a:pt x="949071" y="37592"/>
                  </a:cubicBezTo>
                  <a:cubicBezTo>
                    <a:pt x="929132" y="42545"/>
                    <a:pt x="909447" y="48006"/>
                    <a:pt x="889761" y="53975"/>
                  </a:cubicBezTo>
                  <a:cubicBezTo>
                    <a:pt x="870076" y="59944"/>
                    <a:pt x="850646" y="66421"/>
                    <a:pt x="831341" y="73279"/>
                  </a:cubicBezTo>
                  <a:cubicBezTo>
                    <a:pt x="812037" y="80137"/>
                    <a:pt x="792860" y="87630"/>
                    <a:pt x="773937" y="95377"/>
                  </a:cubicBezTo>
                  <a:cubicBezTo>
                    <a:pt x="755014" y="103124"/>
                    <a:pt x="736219" y="111506"/>
                    <a:pt x="717676" y="120269"/>
                  </a:cubicBezTo>
                  <a:cubicBezTo>
                    <a:pt x="699135" y="129032"/>
                    <a:pt x="680847" y="138304"/>
                    <a:pt x="662685" y="147955"/>
                  </a:cubicBezTo>
                  <a:cubicBezTo>
                    <a:pt x="644524" y="157607"/>
                    <a:pt x="626745" y="167767"/>
                    <a:pt x="609091" y="178308"/>
                  </a:cubicBezTo>
                  <a:cubicBezTo>
                    <a:pt x="591438" y="188849"/>
                    <a:pt x="574294" y="199771"/>
                    <a:pt x="557148" y="211201"/>
                  </a:cubicBezTo>
                  <a:cubicBezTo>
                    <a:pt x="540003" y="222631"/>
                    <a:pt x="523366" y="234442"/>
                    <a:pt x="506857" y="246634"/>
                  </a:cubicBezTo>
                  <a:cubicBezTo>
                    <a:pt x="490347" y="258826"/>
                    <a:pt x="474217" y="271526"/>
                    <a:pt x="458342" y="284480"/>
                  </a:cubicBezTo>
                  <a:cubicBezTo>
                    <a:pt x="442467" y="297434"/>
                    <a:pt x="426973" y="310896"/>
                    <a:pt x="411734" y="324612"/>
                  </a:cubicBezTo>
                  <a:cubicBezTo>
                    <a:pt x="396494" y="338329"/>
                    <a:pt x="381635" y="352552"/>
                    <a:pt x="367157" y="367030"/>
                  </a:cubicBezTo>
                  <a:cubicBezTo>
                    <a:pt x="352678" y="381508"/>
                    <a:pt x="338582" y="396367"/>
                    <a:pt x="324738" y="411607"/>
                  </a:cubicBezTo>
                  <a:cubicBezTo>
                    <a:pt x="310896" y="426848"/>
                    <a:pt x="297560" y="442341"/>
                    <a:pt x="284607" y="458216"/>
                  </a:cubicBezTo>
                  <a:cubicBezTo>
                    <a:pt x="271652" y="474091"/>
                    <a:pt x="258952" y="490220"/>
                    <a:pt x="246760" y="506730"/>
                  </a:cubicBezTo>
                  <a:cubicBezTo>
                    <a:pt x="234569" y="523240"/>
                    <a:pt x="222630" y="540004"/>
                    <a:pt x="211327" y="557023"/>
                  </a:cubicBezTo>
                  <a:cubicBezTo>
                    <a:pt x="200024" y="574041"/>
                    <a:pt x="188975" y="591440"/>
                    <a:pt x="178435" y="608966"/>
                  </a:cubicBezTo>
                  <a:cubicBezTo>
                    <a:pt x="167894" y="626492"/>
                    <a:pt x="157734" y="644399"/>
                    <a:pt x="148082" y="662560"/>
                  </a:cubicBezTo>
                  <a:cubicBezTo>
                    <a:pt x="138430" y="680721"/>
                    <a:pt x="129159" y="699009"/>
                    <a:pt x="120396" y="717551"/>
                  </a:cubicBezTo>
                  <a:cubicBezTo>
                    <a:pt x="111633" y="736093"/>
                    <a:pt x="103378" y="754889"/>
                    <a:pt x="95504" y="773812"/>
                  </a:cubicBezTo>
                  <a:cubicBezTo>
                    <a:pt x="87630" y="792735"/>
                    <a:pt x="80264" y="811912"/>
                    <a:pt x="73406" y="831216"/>
                  </a:cubicBezTo>
                  <a:cubicBezTo>
                    <a:pt x="66549" y="850520"/>
                    <a:pt x="60071" y="869951"/>
                    <a:pt x="54102" y="889636"/>
                  </a:cubicBezTo>
                  <a:cubicBezTo>
                    <a:pt x="48133" y="909321"/>
                    <a:pt x="42672" y="929006"/>
                    <a:pt x="37719" y="948945"/>
                  </a:cubicBezTo>
                  <a:cubicBezTo>
                    <a:pt x="32766" y="968884"/>
                    <a:pt x="28194" y="988823"/>
                    <a:pt x="24130" y="1009016"/>
                  </a:cubicBezTo>
                  <a:cubicBezTo>
                    <a:pt x="20066" y="1029209"/>
                    <a:pt x="16637" y="1049402"/>
                    <a:pt x="13589" y="1069595"/>
                  </a:cubicBezTo>
                  <a:cubicBezTo>
                    <a:pt x="10541" y="1089788"/>
                    <a:pt x="8128" y="1110235"/>
                    <a:pt x="6096" y="1130682"/>
                  </a:cubicBezTo>
                  <a:cubicBezTo>
                    <a:pt x="4064" y="1151129"/>
                    <a:pt x="2540" y="1171576"/>
                    <a:pt x="1524" y="1192023"/>
                  </a:cubicBezTo>
                  <a:cubicBezTo>
                    <a:pt x="508" y="1212470"/>
                    <a:pt x="0" y="1233044"/>
                    <a:pt x="0" y="1253491"/>
                  </a:cubicBezTo>
                  <a:cubicBezTo>
                    <a:pt x="0" y="1273938"/>
                    <a:pt x="508" y="1294512"/>
                    <a:pt x="1524" y="1314959"/>
                  </a:cubicBezTo>
                  <a:cubicBezTo>
                    <a:pt x="2540" y="1335406"/>
                    <a:pt x="4064" y="1355853"/>
                    <a:pt x="6096" y="1376300"/>
                  </a:cubicBezTo>
                  <a:cubicBezTo>
                    <a:pt x="8128" y="1396747"/>
                    <a:pt x="10668" y="1417067"/>
                    <a:pt x="13589" y="1437387"/>
                  </a:cubicBezTo>
                  <a:cubicBezTo>
                    <a:pt x="16510" y="1457707"/>
                    <a:pt x="20066" y="1477900"/>
                    <a:pt x="24130" y="1497966"/>
                  </a:cubicBezTo>
                  <a:cubicBezTo>
                    <a:pt x="28194" y="1518032"/>
                    <a:pt x="32639" y="1538098"/>
                    <a:pt x="37719" y="1558037"/>
                  </a:cubicBezTo>
                  <a:cubicBezTo>
                    <a:pt x="42799" y="1577976"/>
                    <a:pt x="48133" y="1597661"/>
                    <a:pt x="54102" y="1617346"/>
                  </a:cubicBezTo>
                  <a:cubicBezTo>
                    <a:pt x="60071" y="1637031"/>
                    <a:pt x="66421" y="1656462"/>
                    <a:pt x="73406" y="1675766"/>
                  </a:cubicBezTo>
                  <a:cubicBezTo>
                    <a:pt x="80391" y="1695070"/>
                    <a:pt x="87757" y="1714247"/>
                    <a:pt x="95504" y="1733170"/>
                  </a:cubicBezTo>
                  <a:cubicBezTo>
                    <a:pt x="103251" y="1752093"/>
                    <a:pt x="111633" y="1770889"/>
                    <a:pt x="120396" y="1789431"/>
                  </a:cubicBezTo>
                  <a:cubicBezTo>
                    <a:pt x="128270" y="1805941"/>
                    <a:pt x="136399" y="1822324"/>
                    <a:pt x="144907" y="1838453"/>
                  </a:cubicBezTo>
                  <a:lnTo>
                    <a:pt x="1834259" y="1838453"/>
                  </a:lnTo>
                  <a:lnTo>
                    <a:pt x="1834259" y="142621"/>
                  </a:lnTo>
                  <a:cubicBezTo>
                    <a:pt x="1819528" y="134875"/>
                    <a:pt x="1804542" y="127508"/>
                    <a:pt x="1789556" y="120396"/>
                  </a:cubicBezTo>
                  <a:cubicBezTo>
                    <a:pt x="1771014" y="111633"/>
                    <a:pt x="1752345" y="103251"/>
                    <a:pt x="1733295" y="95505"/>
                  </a:cubicBezTo>
                  <a:cubicBezTo>
                    <a:pt x="1714245" y="87757"/>
                    <a:pt x="1695195" y="80264"/>
                    <a:pt x="1675891" y="73406"/>
                  </a:cubicBezTo>
                  <a:cubicBezTo>
                    <a:pt x="1656587" y="66549"/>
                    <a:pt x="1637156" y="60071"/>
                    <a:pt x="1617471" y="54102"/>
                  </a:cubicBezTo>
                  <a:cubicBezTo>
                    <a:pt x="1597786" y="48133"/>
                    <a:pt x="1578101" y="42673"/>
                    <a:pt x="1558162" y="37719"/>
                  </a:cubicBezTo>
                  <a:cubicBezTo>
                    <a:pt x="1538223" y="32767"/>
                    <a:pt x="1518157" y="28194"/>
                    <a:pt x="1498091" y="24257"/>
                  </a:cubicBezTo>
                  <a:cubicBezTo>
                    <a:pt x="1478025" y="20320"/>
                    <a:pt x="1457832" y="16764"/>
                    <a:pt x="1437512" y="13717"/>
                  </a:cubicBezTo>
                  <a:cubicBezTo>
                    <a:pt x="1417192" y="10669"/>
                    <a:pt x="1396872" y="8256"/>
                    <a:pt x="1376425" y="6224"/>
                  </a:cubicBezTo>
                  <a:cubicBezTo>
                    <a:pt x="1355978" y="4192"/>
                    <a:pt x="1335531" y="2668"/>
                    <a:pt x="1315084" y="1651"/>
                  </a:cubicBezTo>
                  <a:cubicBezTo>
                    <a:pt x="1294637" y="636"/>
                    <a:pt x="1274063" y="127"/>
                    <a:pt x="1253616" y="127"/>
                  </a:cubicBez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4393" y="1616903"/>
            <a:ext cx="11288227" cy="8506099"/>
            <a:chOff x="0" y="0"/>
            <a:chExt cx="8904224" cy="67096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04224" cy="6709664"/>
            </a:xfrm>
            <a:custGeom>
              <a:avLst/>
              <a:gdLst/>
              <a:ahLst/>
              <a:cxnLst/>
              <a:rect r="r" b="b" t="t" l="l"/>
              <a:pathLst>
                <a:path h="6709664" w="8904224">
                  <a:moveTo>
                    <a:pt x="8647684" y="46101"/>
                  </a:moveTo>
                  <a:cubicBezTo>
                    <a:pt x="8669782" y="46101"/>
                    <a:pt x="8691118" y="50292"/>
                    <a:pt x="8711692" y="58801"/>
                  </a:cubicBezTo>
                  <a:cubicBezTo>
                    <a:pt x="8732265" y="67310"/>
                    <a:pt x="8750173" y="79375"/>
                    <a:pt x="8765921" y="94996"/>
                  </a:cubicBezTo>
                  <a:cubicBezTo>
                    <a:pt x="8781669" y="110617"/>
                    <a:pt x="8793734" y="128778"/>
                    <a:pt x="8802115" y="149225"/>
                  </a:cubicBezTo>
                  <a:cubicBezTo>
                    <a:pt x="8810498" y="169672"/>
                    <a:pt x="8814815" y="191008"/>
                    <a:pt x="8814815" y="213233"/>
                  </a:cubicBezTo>
                  <a:lnTo>
                    <a:pt x="8814815" y="6408293"/>
                  </a:lnTo>
                  <a:cubicBezTo>
                    <a:pt x="8814815" y="6430391"/>
                    <a:pt x="8810625" y="6451727"/>
                    <a:pt x="8802115" y="6472301"/>
                  </a:cubicBezTo>
                  <a:cubicBezTo>
                    <a:pt x="8793607" y="6492875"/>
                    <a:pt x="8781542" y="6510782"/>
                    <a:pt x="8765921" y="6526530"/>
                  </a:cubicBezTo>
                  <a:cubicBezTo>
                    <a:pt x="8750300" y="6542278"/>
                    <a:pt x="8732139" y="6554343"/>
                    <a:pt x="8711692" y="6562725"/>
                  </a:cubicBezTo>
                  <a:cubicBezTo>
                    <a:pt x="8691245" y="6571107"/>
                    <a:pt x="8669909" y="6575425"/>
                    <a:pt x="8647684" y="6575425"/>
                  </a:cubicBezTo>
                  <a:lnTo>
                    <a:pt x="257556" y="6575425"/>
                  </a:lnTo>
                  <a:cubicBezTo>
                    <a:pt x="235458" y="6575425"/>
                    <a:pt x="214122" y="6571234"/>
                    <a:pt x="193548" y="6562725"/>
                  </a:cubicBezTo>
                  <a:cubicBezTo>
                    <a:pt x="172974" y="6554216"/>
                    <a:pt x="154940" y="6542151"/>
                    <a:pt x="139319" y="6526530"/>
                  </a:cubicBezTo>
                  <a:cubicBezTo>
                    <a:pt x="123698" y="6510909"/>
                    <a:pt x="111633" y="6492748"/>
                    <a:pt x="103124" y="6472301"/>
                  </a:cubicBezTo>
                  <a:cubicBezTo>
                    <a:pt x="94615" y="6451854"/>
                    <a:pt x="90424" y="6430518"/>
                    <a:pt x="90424" y="6408293"/>
                  </a:cubicBezTo>
                  <a:lnTo>
                    <a:pt x="90424" y="213233"/>
                  </a:lnTo>
                  <a:cubicBezTo>
                    <a:pt x="90424" y="191135"/>
                    <a:pt x="94615" y="169799"/>
                    <a:pt x="103124" y="149225"/>
                  </a:cubicBezTo>
                  <a:cubicBezTo>
                    <a:pt x="111633" y="128651"/>
                    <a:pt x="123698" y="110617"/>
                    <a:pt x="139319" y="94996"/>
                  </a:cubicBezTo>
                  <a:cubicBezTo>
                    <a:pt x="154940" y="79375"/>
                    <a:pt x="173101" y="67310"/>
                    <a:pt x="193548" y="58801"/>
                  </a:cubicBezTo>
                  <a:cubicBezTo>
                    <a:pt x="213995" y="50292"/>
                    <a:pt x="235331" y="46101"/>
                    <a:pt x="257556" y="46101"/>
                  </a:cubicBezTo>
                  <a:close/>
                  <a:moveTo>
                    <a:pt x="0" y="0"/>
                  </a:moveTo>
                  <a:lnTo>
                    <a:pt x="0" y="6709664"/>
                  </a:lnTo>
                  <a:lnTo>
                    <a:pt x="8904224" y="6709664"/>
                  </a:lnTo>
                  <a:lnTo>
                    <a:pt x="8904224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47053" y="1509562"/>
            <a:ext cx="11502892" cy="8720764"/>
          </a:xfrm>
          <a:custGeom>
            <a:avLst/>
            <a:gdLst/>
            <a:ahLst/>
            <a:cxnLst/>
            <a:rect r="r" b="b" t="t" l="l"/>
            <a:pathLst>
              <a:path h="8720764" w="11502892">
                <a:moveTo>
                  <a:pt x="0" y="0"/>
                </a:moveTo>
                <a:lnTo>
                  <a:pt x="11502892" y="0"/>
                </a:lnTo>
                <a:lnTo>
                  <a:pt x="11502892" y="8720764"/>
                </a:lnTo>
                <a:lnTo>
                  <a:pt x="0" y="872076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13652" y="1028700"/>
            <a:ext cx="11060231" cy="9298317"/>
            <a:chOff x="0" y="0"/>
            <a:chExt cx="8724379" cy="73345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724392" cy="7334522"/>
            </a:xfrm>
            <a:custGeom>
              <a:avLst/>
              <a:gdLst/>
              <a:ahLst/>
              <a:cxnLst/>
              <a:rect r="r" b="b" t="t" l="l"/>
              <a:pathLst>
                <a:path h="7334522" w="8724392">
                  <a:moveTo>
                    <a:pt x="0" y="0"/>
                  </a:moveTo>
                  <a:lnTo>
                    <a:pt x="0" y="7134792"/>
                  </a:lnTo>
                  <a:cubicBezTo>
                    <a:pt x="0" y="7163093"/>
                    <a:pt x="4191" y="7190418"/>
                    <a:pt x="12700" y="7216766"/>
                  </a:cubicBezTo>
                  <a:cubicBezTo>
                    <a:pt x="21209" y="7243114"/>
                    <a:pt x="33274" y="7266048"/>
                    <a:pt x="48895" y="7286216"/>
                  </a:cubicBezTo>
                  <a:cubicBezTo>
                    <a:pt x="64516" y="7306384"/>
                    <a:pt x="82677" y="7321835"/>
                    <a:pt x="103124" y="7332570"/>
                  </a:cubicBezTo>
                  <a:cubicBezTo>
                    <a:pt x="104394" y="7333221"/>
                    <a:pt x="105791" y="7333871"/>
                    <a:pt x="107061" y="7334522"/>
                  </a:cubicBezTo>
                  <a:lnTo>
                    <a:pt x="8617331" y="7334522"/>
                  </a:lnTo>
                  <a:cubicBezTo>
                    <a:pt x="8618601" y="7333871"/>
                    <a:pt x="8619999" y="7333221"/>
                    <a:pt x="8621268" y="7332570"/>
                  </a:cubicBezTo>
                  <a:cubicBezTo>
                    <a:pt x="8641715" y="7321672"/>
                    <a:pt x="8659750" y="7306221"/>
                    <a:pt x="8675498" y="7286216"/>
                  </a:cubicBezTo>
                  <a:cubicBezTo>
                    <a:pt x="8691245" y="7266210"/>
                    <a:pt x="8703311" y="7242952"/>
                    <a:pt x="8711692" y="7216766"/>
                  </a:cubicBezTo>
                  <a:cubicBezTo>
                    <a:pt x="8720075" y="7190580"/>
                    <a:pt x="8724392" y="7163256"/>
                    <a:pt x="8724392" y="7134792"/>
                  </a:cubicBezTo>
                  <a:lnTo>
                    <a:pt x="8724392" y="0"/>
                  </a:lnTo>
                  <a:close/>
                </a:path>
              </a:pathLst>
            </a:custGeom>
            <a:blipFill>
              <a:blip r:embed="rId5"/>
              <a:stretch>
                <a:fillRect l="0" t="-6129" r="0" b="-612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01061" y="5311192"/>
            <a:ext cx="4946714" cy="3308156"/>
            <a:chOff x="0" y="0"/>
            <a:chExt cx="2926499" cy="195712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7564" y="67564"/>
              <a:ext cx="2791083" cy="1822072"/>
            </a:xfrm>
            <a:custGeom>
              <a:avLst/>
              <a:gdLst/>
              <a:ahLst/>
              <a:cxnLst/>
              <a:rect r="r" b="b" t="t" l="l"/>
              <a:pathLst>
                <a:path h="1822072" w="2791083">
                  <a:moveTo>
                    <a:pt x="127" y="1725806"/>
                  </a:moveTo>
                  <a:lnTo>
                    <a:pt x="127" y="96266"/>
                  </a:lnTo>
                  <a:cubicBezTo>
                    <a:pt x="127" y="89916"/>
                    <a:pt x="762" y="83693"/>
                    <a:pt x="2032" y="77470"/>
                  </a:cubicBezTo>
                  <a:cubicBezTo>
                    <a:pt x="3302" y="71247"/>
                    <a:pt x="5080" y="65278"/>
                    <a:pt x="7493" y="59436"/>
                  </a:cubicBezTo>
                  <a:cubicBezTo>
                    <a:pt x="9906" y="53594"/>
                    <a:pt x="12827" y="48133"/>
                    <a:pt x="16383" y="42799"/>
                  </a:cubicBezTo>
                  <a:cubicBezTo>
                    <a:pt x="19939" y="37465"/>
                    <a:pt x="23876" y="32639"/>
                    <a:pt x="28321" y="28194"/>
                  </a:cubicBezTo>
                  <a:cubicBezTo>
                    <a:pt x="32766" y="23749"/>
                    <a:pt x="37592" y="19812"/>
                    <a:pt x="42926" y="16256"/>
                  </a:cubicBezTo>
                  <a:cubicBezTo>
                    <a:pt x="48260" y="12700"/>
                    <a:pt x="53721" y="9779"/>
                    <a:pt x="59563" y="7366"/>
                  </a:cubicBezTo>
                  <a:cubicBezTo>
                    <a:pt x="65405" y="4953"/>
                    <a:pt x="71374" y="3175"/>
                    <a:pt x="77597" y="1905"/>
                  </a:cubicBezTo>
                  <a:cubicBezTo>
                    <a:pt x="83820" y="635"/>
                    <a:pt x="90043" y="0"/>
                    <a:pt x="96393" y="0"/>
                  </a:cubicBezTo>
                  <a:lnTo>
                    <a:pt x="2695198" y="0"/>
                  </a:lnTo>
                  <a:cubicBezTo>
                    <a:pt x="2701548" y="0"/>
                    <a:pt x="2707771" y="635"/>
                    <a:pt x="2713867" y="1905"/>
                  </a:cubicBezTo>
                  <a:cubicBezTo>
                    <a:pt x="2719963" y="3175"/>
                    <a:pt x="2726059" y="4953"/>
                    <a:pt x="2731901" y="7366"/>
                  </a:cubicBezTo>
                  <a:cubicBezTo>
                    <a:pt x="2737743" y="9779"/>
                    <a:pt x="2743204" y="12700"/>
                    <a:pt x="2748538" y="16256"/>
                  </a:cubicBezTo>
                  <a:cubicBezTo>
                    <a:pt x="2753872" y="19812"/>
                    <a:pt x="2758698" y="23749"/>
                    <a:pt x="2763016" y="28194"/>
                  </a:cubicBezTo>
                  <a:cubicBezTo>
                    <a:pt x="2767334" y="32639"/>
                    <a:pt x="2771398" y="37465"/>
                    <a:pt x="2774954" y="42799"/>
                  </a:cubicBezTo>
                  <a:cubicBezTo>
                    <a:pt x="2778510" y="48133"/>
                    <a:pt x="2781431" y="53594"/>
                    <a:pt x="2783844" y="59436"/>
                  </a:cubicBezTo>
                  <a:cubicBezTo>
                    <a:pt x="2786257" y="65278"/>
                    <a:pt x="2788162" y="71247"/>
                    <a:pt x="2789305" y="77470"/>
                  </a:cubicBezTo>
                  <a:cubicBezTo>
                    <a:pt x="2790448" y="83693"/>
                    <a:pt x="2791083" y="89916"/>
                    <a:pt x="2791083" y="96266"/>
                  </a:cubicBezTo>
                  <a:lnTo>
                    <a:pt x="2791083" y="1725806"/>
                  </a:lnTo>
                  <a:cubicBezTo>
                    <a:pt x="2791083" y="1732156"/>
                    <a:pt x="2790448" y="1738379"/>
                    <a:pt x="2789305" y="1744602"/>
                  </a:cubicBezTo>
                  <a:cubicBezTo>
                    <a:pt x="2788162" y="1750825"/>
                    <a:pt x="2786257" y="1756794"/>
                    <a:pt x="2783844" y="1762636"/>
                  </a:cubicBezTo>
                  <a:cubicBezTo>
                    <a:pt x="2781431" y="1768478"/>
                    <a:pt x="2778510" y="1773939"/>
                    <a:pt x="2774954" y="1779273"/>
                  </a:cubicBezTo>
                  <a:cubicBezTo>
                    <a:pt x="2771398" y="1784607"/>
                    <a:pt x="2767461" y="1789433"/>
                    <a:pt x="2763016" y="1793878"/>
                  </a:cubicBezTo>
                  <a:cubicBezTo>
                    <a:pt x="2758571" y="1798323"/>
                    <a:pt x="2753745" y="1802260"/>
                    <a:pt x="2748538" y="1805816"/>
                  </a:cubicBezTo>
                  <a:cubicBezTo>
                    <a:pt x="2743331" y="1809372"/>
                    <a:pt x="2737743" y="1812293"/>
                    <a:pt x="2731901" y="1814706"/>
                  </a:cubicBezTo>
                  <a:cubicBezTo>
                    <a:pt x="2726059" y="1817119"/>
                    <a:pt x="2720090" y="1818897"/>
                    <a:pt x="2713867" y="1820167"/>
                  </a:cubicBezTo>
                  <a:cubicBezTo>
                    <a:pt x="2707644" y="1821437"/>
                    <a:pt x="2701548" y="1822072"/>
                    <a:pt x="2695198" y="1822072"/>
                  </a:cubicBezTo>
                  <a:lnTo>
                    <a:pt x="96266" y="1822072"/>
                  </a:lnTo>
                  <a:cubicBezTo>
                    <a:pt x="89916" y="1822072"/>
                    <a:pt x="83693" y="1821437"/>
                    <a:pt x="77470" y="1820167"/>
                  </a:cubicBezTo>
                  <a:cubicBezTo>
                    <a:pt x="71247" y="1818897"/>
                    <a:pt x="65278" y="1817119"/>
                    <a:pt x="59436" y="1814706"/>
                  </a:cubicBezTo>
                  <a:cubicBezTo>
                    <a:pt x="53594" y="1812293"/>
                    <a:pt x="48133" y="1809372"/>
                    <a:pt x="42799" y="1805816"/>
                  </a:cubicBezTo>
                  <a:cubicBezTo>
                    <a:pt x="37465" y="1802260"/>
                    <a:pt x="32639" y="1798323"/>
                    <a:pt x="28194" y="1793878"/>
                  </a:cubicBezTo>
                  <a:cubicBezTo>
                    <a:pt x="23749" y="1789433"/>
                    <a:pt x="19812" y="1784607"/>
                    <a:pt x="16256" y="1779273"/>
                  </a:cubicBezTo>
                  <a:cubicBezTo>
                    <a:pt x="12700" y="1773939"/>
                    <a:pt x="9779" y="1768478"/>
                    <a:pt x="7366" y="1762636"/>
                  </a:cubicBezTo>
                  <a:cubicBezTo>
                    <a:pt x="4953" y="1756794"/>
                    <a:pt x="3175" y="1750825"/>
                    <a:pt x="1905" y="1744602"/>
                  </a:cubicBezTo>
                  <a:cubicBezTo>
                    <a:pt x="635" y="1738379"/>
                    <a:pt x="0" y="1732156"/>
                    <a:pt x="0" y="1725806"/>
                  </a:cubicBezTo>
                  <a:close/>
                </a:path>
              </a:pathLst>
            </a:custGeom>
            <a:solidFill>
              <a:srgbClr val="F0FDF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2799465" cy="1830073"/>
            </a:xfrm>
            <a:custGeom>
              <a:avLst/>
              <a:gdLst/>
              <a:ahLst/>
              <a:cxnLst/>
              <a:rect r="r" b="b" t="t" l="l"/>
              <a:pathLst>
                <a:path h="1830073" w="2799465">
                  <a:moveTo>
                    <a:pt x="0" y="1729870"/>
                  </a:moveTo>
                  <a:lnTo>
                    <a:pt x="0" y="100330"/>
                  </a:lnTo>
                  <a:lnTo>
                    <a:pt x="4191" y="100330"/>
                  </a:lnTo>
                  <a:lnTo>
                    <a:pt x="0" y="100330"/>
                  </a:lnTo>
                  <a:cubicBezTo>
                    <a:pt x="0" y="93726"/>
                    <a:pt x="635" y="87249"/>
                    <a:pt x="1905" y="80772"/>
                  </a:cubicBezTo>
                  <a:cubicBezTo>
                    <a:pt x="3175" y="74295"/>
                    <a:pt x="5080" y="68072"/>
                    <a:pt x="7620" y="61976"/>
                  </a:cubicBezTo>
                  <a:lnTo>
                    <a:pt x="11430" y="63627"/>
                  </a:lnTo>
                  <a:lnTo>
                    <a:pt x="7620" y="61976"/>
                  </a:lnTo>
                  <a:cubicBezTo>
                    <a:pt x="10160" y="55880"/>
                    <a:pt x="13208" y="50165"/>
                    <a:pt x="16891" y="44577"/>
                  </a:cubicBezTo>
                  <a:lnTo>
                    <a:pt x="20320" y="46863"/>
                  </a:lnTo>
                  <a:lnTo>
                    <a:pt x="16891" y="44577"/>
                  </a:lnTo>
                  <a:cubicBezTo>
                    <a:pt x="20574" y="39116"/>
                    <a:pt x="24638" y="34036"/>
                    <a:pt x="29337" y="29337"/>
                  </a:cubicBezTo>
                  <a:lnTo>
                    <a:pt x="32258" y="32258"/>
                  </a:lnTo>
                  <a:lnTo>
                    <a:pt x="29337" y="29337"/>
                  </a:lnTo>
                  <a:cubicBezTo>
                    <a:pt x="34036" y="24638"/>
                    <a:pt x="39116" y="20574"/>
                    <a:pt x="44577" y="16891"/>
                  </a:cubicBezTo>
                  <a:cubicBezTo>
                    <a:pt x="50038" y="13208"/>
                    <a:pt x="55880" y="10160"/>
                    <a:pt x="61849" y="7620"/>
                  </a:cubicBezTo>
                  <a:lnTo>
                    <a:pt x="63500" y="11430"/>
                  </a:lnTo>
                  <a:lnTo>
                    <a:pt x="61849" y="7620"/>
                  </a:lnTo>
                  <a:cubicBezTo>
                    <a:pt x="67945" y="5080"/>
                    <a:pt x="74168" y="3175"/>
                    <a:pt x="80645" y="1905"/>
                  </a:cubicBezTo>
                  <a:cubicBezTo>
                    <a:pt x="87122" y="635"/>
                    <a:pt x="93599" y="0"/>
                    <a:pt x="100203" y="0"/>
                  </a:cubicBezTo>
                  <a:lnTo>
                    <a:pt x="100203" y="4191"/>
                  </a:lnTo>
                  <a:lnTo>
                    <a:pt x="100203" y="0"/>
                  </a:lnTo>
                  <a:lnTo>
                    <a:pt x="2699262" y="0"/>
                  </a:lnTo>
                  <a:lnTo>
                    <a:pt x="2699262" y="4191"/>
                  </a:lnTo>
                  <a:lnTo>
                    <a:pt x="2699262" y="0"/>
                  </a:lnTo>
                  <a:cubicBezTo>
                    <a:pt x="2705866" y="0"/>
                    <a:pt x="2712343" y="635"/>
                    <a:pt x="2718820" y="1905"/>
                  </a:cubicBezTo>
                  <a:lnTo>
                    <a:pt x="2718058" y="5969"/>
                  </a:lnTo>
                  <a:lnTo>
                    <a:pt x="2718820" y="1905"/>
                  </a:lnTo>
                  <a:cubicBezTo>
                    <a:pt x="2725297" y="3175"/>
                    <a:pt x="2731520" y="5080"/>
                    <a:pt x="2737616" y="7620"/>
                  </a:cubicBezTo>
                  <a:lnTo>
                    <a:pt x="2735965" y="11430"/>
                  </a:lnTo>
                  <a:lnTo>
                    <a:pt x="2737616" y="7620"/>
                  </a:lnTo>
                  <a:cubicBezTo>
                    <a:pt x="2743712" y="10160"/>
                    <a:pt x="2749427" y="13208"/>
                    <a:pt x="2755015" y="16891"/>
                  </a:cubicBezTo>
                  <a:cubicBezTo>
                    <a:pt x="2760476" y="20574"/>
                    <a:pt x="2765556" y="24765"/>
                    <a:pt x="2770255" y="29337"/>
                  </a:cubicBezTo>
                  <a:lnTo>
                    <a:pt x="2767334" y="32258"/>
                  </a:lnTo>
                  <a:lnTo>
                    <a:pt x="2770255" y="29337"/>
                  </a:lnTo>
                  <a:cubicBezTo>
                    <a:pt x="2774954" y="34036"/>
                    <a:pt x="2779145" y="39116"/>
                    <a:pt x="2782701" y="44577"/>
                  </a:cubicBezTo>
                  <a:cubicBezTo>
                    <a:pt x="2786384" y="50038"/>
                    <a:pt x="2789559" y="55880"/>
                    <a:pt x="2791972" y="61976"/>
                  </a:cubicBezTo>
                  <a:lnTo>
                    <a:pt x="2788035" y="63500"/>
                  </a:lnTo>
                  <a:lnTo>
                    <a:pt x="2791845" y="61849"/>
                  </a:lnTo>
                  <a:cubicBezTo>
                    <a:pt x="2794385" y="67945"/>
                    <a:pt x="2796290" y="74168"/>
                    <a:pt x="2797560" y="80645"/>
                  </a:cubicBezTo>
                  <a:cubicBezTo>
                    <a:pt x="2798830" y="87122"/>
                    <a:pt x="2799465" y="93599"/>
                    <a:pt x="2799465" y="100203"/>
                  </a:cubicBezTo>
                  <a:lnTo>
                    <a:pt x="2795274" y="100203"/>
                  </a:lnTo>
                  <a:lnTo>
                    <a:pt x="2799465" y="100203"/>
                  </a:lnTo>
                  <a:lnTo>
                    <a:pt x="2799465" y="1729870"/>
                  </a:lnTo>
                  <a:lnTo>
                    <a:pt x="2795274" y="1729870"/>
                  </a:lnTo>
                  <a:lnTo>
                    <a:pt x="2799465" y="1729870"/>
                  </a:lnTo>
                  <a:cubicBezTo>
                    <a:pt x="2799465" y="1736474"/>
                    <a:pt x="2798830" y="1742951"/>
                    <a:pt x="2797560" y="1749428"/>
                  </a:cubicBezTo>
                  <a:cubicBezTo>
                    <a:pt x="2796290" y="1755905"/>
                    <a:pt x="2794385" y="1762128"/>
                    <a:pt x="2791845" y="1768224"/>
                  </a:cubicBezTo>
                  <a:lnTo>
                    <a:pt x="2788035" y="1766573"/>
                  </a:lnTo>
                  <a:lnTo>
                    <a:pt x="2791972" y="1768097"/>
                  </a:lnTo>
                  <a:cubicBezTo>
                    <a:pt x="2789559" y="1774193"/>
                    <a:pt x="2786384" y="1780035"/>
                    <a:pt x="2782701" y="1785496"/>
                  </a:cubicBezTo>
                  <a:cubicBezTo>
                    <a:pt x="2779018" y="1790957"/>
                    <a:pt x="2774954" y="1796037"/>
                    <a:pt x="2770255" y="1800736"/>
                  </a:cubicBezTo>
                  <a:lnTo>
                    <a:pt x="2767334" y="1797815"/>
                  </a:lnTo>
                  <a:lnTo>
                    <a:pt x="2770255" y="1800736"/>
                  </a:lnTo>
                  <a:cubicBezTo>
                    <a:pt x="2765683" y="1805435"/>
                    <a:pt x="2760603" y="1809499"/>
                    <a:pt x="2755015" y="1813182"/>
                  </a:cubicBezTo>
                  <a:cubicBezTo>
                    <a:pt x="2749554" y="1816865"/>
                    <a:pt x="2743839" y="1819913"/>
                    <a:pt x="2737616" y="1822453"/>
                  </a:cubicBezTo>
                  <a:lnTo>
                    <a:pt x="2735965" y="1818643"/>
                  </a:lnTo>
                  <a:lnTo>
                    <a:pt x="2737616" y="1822453"/>
                  </a:lnTo>
                  <a:cubicBezTo>
                    <a:pt x="2731520" y="1824993"/>
                    <a:pt x="2725297" y="1826898"/>
                    <a:pt x="2718820" y="1828168"/>
                  </a:cubicBezTo>
                  <a:lnTo>
                    <a:pt x="2718058" y="1824104"/>
                  </a:lnTo>
                  <a:lnTo>
                    <a:pt x="2718820" y="1828168"/>
                  </a:lnTo>
                  <a:cubicBezTo>
                    <a:pt x="2712343" y="1829438"/>
                    <a:pt x="2705866" y="1830073"/>
                    <a:pt x="2699262" y="1830073"/>
                  </a:cubicBezTo>
                  <a:lnTo>
                    <a:pt x="2699262" y="1825882"/>
                  </a:lnTo>
                  <a:lnTo>
                    <a:pt x="2699262" y="1830073"/>
                  </a:lnTo>
                  <a:lnTo>
                    <a:pt x="100330" y="1830073"/>
                  </a:lnTo>
                  <a:lnTo>
                    <a:pt x="100330" y="1825882"/>
                  </a:lnTo>
                  <a:lnTo>
                    <a:pt x="100330" y="1830073"/>
                  </a:lnTo>
                  <a:cubicBezTo>
                    <a:pt x="93726" y="1830073"/>
                    <a:pt x="87249" y="1829438"/>
                    <a:pt x="80772" y="1828168"/>
                  </a:cubicBezTo>
                  <a:cubicBezTo>
                    <a:pt x="74295" y="1826898"/>
                    <a:pt x="68072" y="1824993"/>
                    <a:pt x="61976" y="1822453"/>
                  </a:cubicBezTo>
                  <a:lnTo>
                    <a:pt x="63627" y="1818643"/>
                  </a:lnTo>
                  <a:lnTo>
                    <a:pt x="61976" y="1822453"/>
                  </a:lnTo>
                  <a:cubicBezTo>
                    <a:pt x="55880" y="1819913"/>
                    <a:pt x="50165" y="1816865"/>
                    <a:pt x="44704" y="1813182"/>
                  </a:cubicBezTo>
                  <a:cubicBezTo>
                    <a:pt x="39243" y="1809499"/>
                    <a:pt x="34163" y="1805308"/>
                    <a:pt x="29464" y="1800736"/>
                  </a:cubicBezTo>
                  <a:cubicBezTo>
                    <a:pt x="24765" y="1796037"/>
                    <a:pt x="20701" y="1790957"/>
                    <a:pt x="17018" y="1785496"/>
                  </a:cubicBezTo>
                  <a:cubicBezTo>
                    <a:pt x="13335" y="1780035"/>
                    <a:pt x="10287" y="1774193"/>
                    <a:pt x="7747" y="1768224"/>
                  </a:cubicBezTo>
                  <a:cubicBezTo>
                    <a:pt x="5207" y="1762128"/>
                    <a:pt x="3302" y="1755905"/>
                    <a:pt x="2032" y="1749428"/>
                  </a:cubicBezTo>
                  <a:cubicBezTo>
                    <a:pt x="762" y="1742951"/>
                    <a:pt x="127" y="1736474"/>
                    <a:pt x="127" y="1729870"/>
                  </a:cubicBezTo>
                  <a:lnTo>
                    <a:pt x="4318" y="1729870"/>
                  </a:lnTo>
                  <a:lnTo>
                    <a:pt x="0" y="1729870"/>
                  </a:lnTo>
                  <a:moveTo>
                    <a:pt x="8382" y="1729870"/>
                  </a:moveTo>
                  <a:cubicBezTo>
                    <a:pt x="8382" y="1735966"/>
                    <a:pt x="9017" y="1741935"/>
                    <a:pt x="10160" y="1747777"/>
                  </a:cubicBezTo>
                  <a:lnTo>
                    <a:pt x="6096" y="1748539"/>
                  </a:lnTo>
                  <a:lnTo>
                    <a:pt x="10160" y="1747777"/>
                  </a:lnTo>
                  <a:cubicBezTo>
                    <a:pt x="11303" y="1753746"/>
                    <a:pt x="13081" y="1759461"/>
                    <a:pt x="15367" y="1765049"/>
                  </a:cubicBezTo>
                  <a:lnTo>
                    <a:pt x="11557" y="1766700"/>
                  </a:lnTo>
                  <a:lnTo>
                    <a:pt x="15367" y="1765049"/>
                  </a:lnTo>
                  <a:cubicBezTo>
                    <a:pt x="17653" y="1770637"/>
                    <a:pt x="20574" y="1775971"/>
                    <a:pt x="23876" y="1780924"/>
                  </a:cubicBezTo>
                  <a:lnTo>
                    <a:pt x="20447" y="1783210"/>
                  </a:lnTo>
                  <a:lnTo>
                    <a:pt x="23876" y="1780924"/>
                  </a:lnTo>
                  <a:cubicBezTo>
                    <a:pt x="27178" y="1786004"/>
                    <a:pt x="30988" y="1790576"/>
                    <a:pt x="35306" y="1794894"/>
                  </a:cubicBezTo>
                  <a:lnTo>
                    <a:pt x="32385" y="1797815"/>
                  </a:lnTo>
                  <a:lnTo>
                    <a:pt x="35306" y="1794894"/>
                  </a:lnTo>
                  <a:cubicBezTo>
                    <a:pt x="39624" y="1799212"/>
                    <a:pt x="44196" y="1803022"/>
                    <a:pt x="49276" y="1806324"/>
                  </a:cubicBezTo>
                  <a:lnTo>
                    <a:pt x="46990" y="1809753"/>
                  </a:lnTo>
                  <a:lnTo>
                    <a:pt x="49276" y="1806324"/>
                  </a:lnTo>
                  <a:cubicBezTo>
                    <a:pt x="54356" y="1809626"/>
                    <a:pt x="59563" y="1812547"/>
                    <a:pt x="65151" y="1814833"/>
                  </a:cubicBezTo>
                  <a:cubicBezTo>
                    <a:pt x="70739" y="1817119"/>
                    <a:pt x="76454" y="1818897"/>
                    <a:pt x="82423" y="1820040"/>
                  </a:cubicBezTo>
                  <a:lnTo>
                    <a:pt x="81661" y="1824104"/>
                  </a:lnTo>
                  <a:lnTo>
                    <a:pt x="82423" y="1820040"/>
                  </a:lnTo>
                  <a:cubicBezTo>
                    <a:pt x="88392" y="1821183"/>
                    <a:pt x="94361" y="1821818"/>
                    <a:pt x="100330" y="1821818"/>
                  </a:cubicBezTo>
                  <a:lnTo>
                    <a:pt x="2699262" y="1821818"/>
                  </a:lnTo>
                  <a:cubicBezTo>
                    <a:pt x="2705358" y="1821818"/>
                    <a:pt x="2711200" y="1821183"/>
                    <a:pt x="2717169" y="1820040"/>
                  </a:cubicBezTo>
                  <a:cubicBezTo>
                    <a:pt x="2723138" y="1818897"/>
                    <a:pt x="2728853" y="1817119"/>
                    <a:pt x="2734441" y="1814833"/>
                  </a:cubicBezTo>
                  <a:cubicBezTo>
                    <a:pt x="2740029" y="1812547"/>
                    <a:pt x="2745363" y="1809753"/>
                    <a:pt x="2750316" y="1806324"/>
                  </a:cubicBezTo>
                  <a:lnTo>
                    <a:pt x="2752602" y="1809753"/>
                  </a:lnTo>
                  <a:lnTo>
                    <a:pt x="2750316" y="1806324"/>
                  </a:lnTo>
                  <a:cubicBezTo>
                    <a:pt x="2755396" y="1803022"/>
                    <a:pt x="2759968" y="1799212"/>
                    <a:pt x="2764159" y="1794894"/>
                  </a:cubicBezTo>
                  <a:cubicBezTo>
                    <a:pt x="2768477" y="1790703"/>
                    <a:pt x="2772160" y="1786004"/>
                    <a:pt x="2775589" y="1780924"/>
                  </a:cubicBezTo>
                  <a:lnTo>
                    <a:pt x="2779018" y="1783210"/>
                  </a:lnTo>
                  <a:lnTo>
                    <a:pt x="2775589" y="1780924"/>
                  </a:lnTo>
                  <a:cubicBezTo>
                    <a:pt x="2779018" y="1775844"/>
                    <a:pt x="2781812" y="1770637"/>
                    <a:pt x="2784098" y="1765049"/>
                  </a:cubicBezTo>
                  <a:cubicBezTo>
                    <a:pt x="2786384" y="1759461"/>
                    <a:pt x="2788162" y="1753746"/>
                    <a:pt x="2789432" y="1747777"/>
                  </a:cubicBezTo>
                  <a:lnTo>
                    <a:pt x="2793496" y="1748666"/>
                  </a:lnTo>
                  <a:lnTo>
                    <a:pt x="2789432" y="1747777"/>
                  </a:lnTo>
                  <a:cubicBezTo>
                    <a:pt x="2790575" y="1741935"/>
                    <a:pt x="2791210" y="1735966"/>
                    <a:pt x="2791210" y="1729870"/>
                  </a:cubicBezTo>
                  <a:lnTo>
                    <a:pt x="2791210" y="100330"/>
                  </a:lnTo>
                  <a:cubicBezTo>
                    <a:pt x="2791210" y="94234"/>
                    <a:pt x="2790702" y="88265"/>
                    <a:pt x="2789432" y="82423"/>
                  </a:cubicBezTo>
                  <a:lnTo>
                    <a:pt x="2793496" y="81534"/>
                  </a:lnTo>
                  <a:lnTo>
                    <a:pt x="2789432" y="82423"/>
                  </a:lnTo>
                  <a:cubicBezTo>
                    <a:pt x="2788289" y="76454"/>
                    <a:pt x="2786511" y="70739"/>
                    <a:pt x="2784098" y="65151"/>
                  </a:cubicBezTo>
                  <a:cubicBezTo>
                    <a:pt x="2781939" y="59563"/>
                    <a:pt x="2779018" y="54356"/>
                    <a:pt x="2775589" y="49276"/>
                  </a:cubicBezTo>
                  <a:lnTo>
                    <a:pt x="2779018" y="46990"/>
                  </a:lnTo>
                  <a:lnTo>
                    <a:pt x="2775589" y="49276"/>
                  </a:lnTo>
                  <a:cubicBezTo>
                    <a:pt x="2772160" y="44196"/>
                    <a:pt x="2768477" y="39624"/>
                    <a:pt x="2764159" y="35306"/>
                  </a:cubicBezTo>
                  <a:cubicBezTo>
                    <a:pt x="2759968" y="30988"/>
                    <a:pt x="2755269" y="27305"/>
                    <a:pt x="2750316" y="23876"/>
                  </a:cubicBezTo>
                  <a:lnTo>
                    <a:pt x="2752602" y="20447"/>
                  </a:lnTo>
                  <a:lnTo>
                    <a:pt x="2750316" y="23876"/>
                  </a:lnTo>
                  <a:cubicBezTo>
                    <a:pt x="2745236" y="20574"/>
                    <a:pt x="2740029" y="17653"/>
                    <a:pt x="2734441" y="15367"/>
                  </a:cubicBezTo>
                  <a:cubicBezTo>
                    <a:pt x="2728853" y="13081"/>
                    <a:pt x="2723138" y="11303"/>
                    <a:pt x="2717169" y="10160"/>
                  </a:cubicBezTo>
                  <a:cubicBezTo>
                    <a:pt x="2711200" y="9017"/>
                    <a:pt x="2705358" y="8382"/>
                    <a:pt x="2699262" y="8382"/>
                  </a:cubicBezTo>
                  <a:lnTo>
                    <a:pt x="100330" y="8382"/>
                  </a:lnTo>
                  <a:cubicBezTo>
                    <a:pt x="94234" y="8382"/>
                    <a:pt x="88265" y="9017"/>
                    <a:pt x="82423" y="10160"/>
                  </a:cubicBezTo>
                  <a:lnTo>
                    <a:pt x="81661" y="6096"/>
                  </a:lnTo>
                  <a:lnTo>
                    <a:pt x="82423" y="10160"/>
                  </a:lnTo>
                  <a:cubicBezTo>
                    <a:pt x="76454" y="11303"/>
                    <a:pt x="70739" y="13081"/>
                    <a:pt x="65151" y="15367"/>
                  </a:cubicBezTo>
                  <a:cubicBezTo>
                    <a:pt x="59563" y="17653"/>
                    <a:pt x="54229" y="20574"/>
                    <a:pt x="49276" y="23876"/>
                  </a:cubicBezTo>
                  <a:lnTo>
                    <a:pt x="46863" y="20320"/>
                  </a:lnTo>
                  <a:lnTo>
                    <a:pt x="49149" y="23749"/>
                  </a:lnTo>
                  <a:cubicBezTo>
                    <a:pt x="44069" y="27051"/>
                    <a:pt x="39497" y="30861"/>
                    <a:pt x="35179" y="35179"/>
                  </a:cubicBezTo>
                  <a:cubicBezTo>
                    <a:pt x="30861" y="39497"/>
                    <a:pt x="27051" y="44069"/>
                    <a:pt x="23749" y="49149"/>
                  </a:cubicBezTo>
                  <a:cubicBezTo>
                    <a:pt x="20447" y="54229"/>
                    <a:pt x="17526" y="59436"/>
                    <a:pt x="15240" y="65024"/>
                  </a:cubicBezTo>
                  <a:cubicBezTo>
                    <a:pt x="12954" y="70612"/>
                    <a:pt x="11176" y="76327"/>
                    <a:pt x="10033" y="82296"/>
                  </a:cubicBezTo>
                  <a:lnTo>
                    <a:pt x="5969" y="81534"/>
                  </a:lnTo>
                  <a:lnTo>
                    <a:pt x="10033" y="82296"/>
                  </a:lnTo>
                  <a:cubicBezTo>
                    <a:pt x="8890" y="88265"/>
                    <a:pt x="8255" y="94234"/>
                    <a:pt x="8255" y="100203"/>
                  </a:cubicBezTo>
                  <a:lnTo>
                    <a:pt x="8255" y="1729870"/>
                  </a:lnTo>
                  <a:close/>
                </a:path>
              </a:pathLst>
            </a:custGeom>
            <a:solidFill>
              <a:srgbClr val="BBF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570244" y="8845283"/>
            <a:ext cx="4806899" cy="1169524"/>
            <a:chOff x="0" y="0"/>
            <a:chExt cx="3791712" cy="9225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791712" cy="922528"/>
            </a:xfrm>
            <a:custGeom>
              <a:avLst/>
              <a:gdLst/>
              <a:ahLst/>
              <a:cxnLst/>
              <a:rect r="r" b="b" t="t" l="l"/>
              <a:pathLst>
                <a:path h="922528" w="3791712">
                  <a:moveTo>
                    <a:pt x="3629025" y="26797"/>
                  </a:moveTo>
                  <a:cubicBezTo>
                    <a:pt x="3645281" y="26797"/>
                    <a:pt x="3660902" y="29845"/>
                    <a:pt x="3675888" y="36068"/>
                  </a:cubicBezTo>
                  <a:cubicBezTo>
                    <a:pt x="3690874" y="42291"/>
                    <a:pt x="3704209" y="51181"/>
                    <a:pt x="3715639" y="62611"/>
                  </a:cubicBezTo>
                  <a:cubicBezTo>
                    <a:pt x="3727069" y="74041"/>
                    <a:pt x="3735959" y="87376"/>
                    <a:pt x="3742182" y="102362"/>
                  </a:cubicBezTo>
                  <a:cubicBezTo>
                    <a:pt x="3748405" y="117348"/>
                    <a:pt x="3751453" y="132969"/>
                    <a:pt x="3751453" y="149225"/>
                  </a:cubicBezTo>
                  <a:lnTo>
                    <a:pt x="3751453" y="751078"/>
                  </a:lnTo>
                  <a:cubicBezTo>
                    <a:pt x="3751453" y="767334"/>
                    <a:pt x="3748405" y="782955"/>
                    <a:pt x="3742182" y="797941"/>
                  </a:cubicBezTo>
                  <a:cubicBezTo>
                    <a:pt x="3735959" y="812927"/>
                    <a:pt x="3727069" y="826135"/>
                    <a:pt x="3715639" y="837692"/>
                  </a:cubicBezTo>
                  <a:cubicBezTo>
                    <a:pt x="3704209" y="849249"/>
                    <a:pt x="3690874" y="858012"/>
                    <a:pt x="3675888" y="864235"/>
                  </a:cubicBezTo>
                  <a:cubicBezTo>
                    <a:pt x="3660902" y="870458"/>
                    <a:pt x="3645281" y="873506"/>
                    <a:pt x="3629025" y="873506"/>
                  </a:cubicBezTo>
                  <a:lnTo>
                    <a:pt x="163830" y="873506"/>
                  </a:lnTo>
                  <a:cubicBezTo>
                    <a:pt x="147574" y="873506"/>
                    <a:pt x="131953" y="870458"/>
                    <a:pt x="116967" y="864235"/>
                  </a:cubicBezTo>
                  <a:cubicBezTo>
                    <a:pt x="101981" y="858012"/>
                    <a:pt x="88773" y="849122"/>
                    <a:pt x="77216" y="837692"/>
                  </a:cubicBezTo>
                  <a:cubicBezTo>
                    <a:pt x="65659" y="826262"/>
                    <a:pt x="56896" y="812927"/>
                    <a:pt x="50673" y="797941"/>
                  </a:cubicBezTo>
                  <a:cubicBezTo>
                    <a:pt x="44450" y="782955"/>
                    <a:pt x="41402" y="767207"/>
                    <a:pt x="41402" y="751078"/>
                  </a:cubicBezTo>
                  <a:lnTo>
                    <a:pt x="41402" y="149352"/>
                  </a:lnTo>
                  <a:cubicBezTo>
                    <a:pt x="41402" y="133096"/>
                    <a:pt x="44450" y="117475"/>
                    <a:pt x="50673" y="102489"/>
                  </a:cubicBezTo>
                  <a:cubicBezTo>
                    <a:pt x="56896" y="87503"/>
                    <a:pt x="65659" y="74168"/>
                    <a:pt x="77089" y="62738"/>
                  </a:cubicBezTo>
                  <a:cubicBezTo>
                    <a:pt x="88519" y="51308"/>
                    <a:pt x="101854" y="42291"/>
                    <a:pt x="116840" y="36068"/>
                  </a:cubicBezTo>
                  <a:cubicBezTo>
                    <a:pt x="131826" y="29845"/>
                    <a:pt x="147447" y="26797"/>
                    <a:pt x="163703" y="26797"/>
                  </a:cubicBezTo>
                  <a:close/>
                  <a:moveTo>
                    <a:pt x="0" y="0"/>
                  </a:moveTo>
                  <a:lnTo>
                    <a:pt x="0" y="922528"/>
                  </a:lnTo>
                  <a:lnTo>
                    <a:pt x="3791712" y="922528"/>
                  </a:lnTo>
                  <a:lnTo>
                    <a:pt x="3791712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2462903" y="8737943"/>
            <a:ext cx="5021564" cy="1384189"/>
          </a:xfrm>
          <a:custGeom>
            <a:avLst/>
            <a:gdLst/>
            <a:ahLst/>
            <a:cxnLst/>
            <a:rect r="r" b="b" t="t" l="l"/>
            <a:pathLst>
              <a:path h="1384189" w="5021564">
                <a:moveTo>
                  <a:pt x="0" y="0"/>
                </a:moveTo>
                <a:lnTo>
                  <a:pt x="5021564" y="0"/>
                </a:lnTo>
                <a:lnTo>
                  <a:pt x="5021564" y="1384189"/>
                </a:lnTo>
                <a:lnTo>
                  <a:pt x="0" y="13841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492962" y="1606598"/>
            <a:ext cx="4961462" cy="3627071"/>
            <a:chOff x="0" y="0"/>
            <a:chExt cx="3913632" cy="28610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13632" cy="2861056"/>
            </a:xfrm>
            <a:custGeom>
              <a:avLst/>
              <a:gdLst/>
              <a:ahLst/>
              <a:cxnLst/>
              <a:rect r="r" b="b" t="t" l="l"/>
              <a:pathLst>
                <a:path h="2861056" w="3913632">
                  <a:moveTo>
                    <a:pt x="3645408" y="54229"/>
                  </a:moveTo>
                  <a:cubicBezTo>
                    <a:pt x="3667506" y="54229"/>
                    <a:pt x="3688842" y="58420"/>
                    <a:pt x="3709289" y="66929"/>
                  </a:cubicBezTo>
                  <a:cubicBezTo>
                    <a:pt x="3729736" y="75438"/>
                    <a:pt x="3747897" y="87503"/>
                    <a:pt x="3763518" y="103124"/>
                  </a:cubicBezTo>
                  <a:cubicBezTo>
                    <a:pt x="3779139" y="118745"/>
                    <a:pt x="3791204" y="136906"/>
                    <a:pt x="3799713" y="157353"/>
                  </a:cubicBezTo>
                  <a:cubicBezTo>
                    <a:pt x="3808222" y="177800"/>
                    <a:pt x="3812413" y="199136"/>
                    <a:pt x="3812413" y="221361"/>
                  </a:cubicBezTo>
                  <a:lnTo>
                    <a:pt x="3812413" y="2550033"/>
                  </a:lnTo>
                  <a:cubicBezTo>
                    <a:pt x="3812413" y="2572258"/>
                    <a:pt x="3808222" y="2593467"/>
                    <a:pt x="3799713" y="2614041"/>
                  </a:cubicBezTo>
                  <a:cubicBezTo>
                    <a:pt x="3791204" y="2634615"/>
                    <a:pt x="3779139" y="2652649"/>
                    <a:pt x="3763518" y="2668270"/>
                  </a:cubicBezTo>
                  <a:cubicBezTo>
                    <a:pt x="3747897" y="2683891"/>
                    <a:pt x="3729736" y="2695956"/>
                    <a:pt x="3709289" y="2704465"/>
                  </a:cubicBezTo>
                  <a:cubicBezTo>
                    <a:pt x="3688842" y="2712974"/>
                    <a:pt x="3667506" y="2717165"/>
                    <a:pt x="3645408" y="2717165"/>
                  </a:cubicBezTo>
                  <a:lnTo>
                    <a:pt x="269367" y="2717165"/>
                  </a:lnTo>
                  <a:cubicBezTo>
                    <a:pt x="247269" y="2717165"/>
                    <a:pt x="225933" y="2712974"/>
                    <a:pt x="205359" y="2704465"/>
                  </a:cubicBezTo>
                  <a:cubicBezTo>
                    <a:pt x="184785" y="2695956"/>
                    <a:pt x="166878" y="2683891"/>
                    <a:pt x="151130" y="2668270"/>
                  </a:cubicBezTo>
                  <a:cubicBezTo>
                    <a:pt x="135382" y="2652649"/>
                    <a:pt x="123317" y="2634488"/>
                    <a:pt x="114935" y="2614041"/>
                  </a:cubicBezTo>
                  <a:cubicBezTo>
                    <a:pt x="106553" y="2593594"/>
                    <a:pt x="102235" y="2572258"/>
                    <a:pt x="102235" y="2550033"/>
                  </a:cubicBezTo>
                  <a:lnTo>
                    <a:pt x="102235" y="221361"/>
                  </a:lnTo>
                  <a:cubicBezTo>
                    <a:pt x="102235" y="199263"/>
                    <a:pt x="106426" y="177927"/>
                    <a:pt x="114935" y="157353"/>
                  </a:cubicBezTo>
                  <a:cubicBezTo>
                    <a:pt x="123444" y="136779"/>
                    <a:pt x="135509" y="118745"/>
                    <a:pt x="151130" y="103124"/>
                  </a:cubicBezTo>
                  <a:cubicBezTo>
                    <a:pt x="166751" y="87503"/>
                    <a:pt x="184912" y="75438"/>
                    <a:pt x="205359" y="66929"/>
                  </a:cubicBezTo>
                  <a:cubicBezTo>
                    <a:pt x="225806" y="58420"/>
                    <a:pt x="247142" y="54229"/>
                    <a:pt x="269367" y="54229"/>
                  </a:cubicBezTo>
                  <a:close/>
                  <a:moveTo>
                    <a:pt x="0" y="0"/>
                  </a:moveTo>
                  <a:lnTo>
                    <a:pt x="0" y="2861056"/>
                  </a:lnTo>
                  <a:lnTo>
                    <a:pt x="3913632" y="2861056"/>
                  </a:lnTo>
                  <a:lnTo>
                    <a:pt x="3913632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385622" y="1499258"/>
            <a:ext cx="5176127" cy="3841736"/>
            <a:chOff x="0" y="0"/>
            <a:chExt cx="3062224" cy="22727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0" y="63500"/>
              <a:ext cx="2935224" cy="2145793"/>
            </a:xfrm>
            <a:custGeom>
              <a:avLst/>
              <a:gdLst/>
              <a:ahLst/>
              <a:cxnLst/>
              <a:rect r="r" b="b" t="t" l="l"/>
              <a:pathLst>
                <a:path h="2145793" w="2935224">
                  <a:moveTo>
                    <a:pt x="0" y="0"/>
                  </a:moveTo>
                  <a:lnTo>
                    <a:pt x="2935224" y="0"/>
                  </a:lnTo>
                  <a:lnTo>
                    <a:pt x="2935224" y="2145793"/>
                  </a:lnTo>
                  <a:lnTo>
                    <a:pt x="0" y="2145793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6017" y="99949"/>
              <a:ext cx="2791079" cy="2005584"/>
            </a:xfrm>
            <a:custGeom>
              <a:avLst/>
              <a:gdLst/>
              <a:ahLst/>
              <a:cxnLst/>
              <a:rect r="r" b="b" t="t" l="l"/>
              <a:pathLst>
                <a:path h="2005584" w="2791079">
                  <a:moveTo>
                    <a:pt x="0" y="1876044"/>
                  </a:moveTo>
                  <a:lnTo>
                    <a:pt x="0" y="129540"/>
                  </a:lnTo>
                  <a:cubicBezTo>
                    <a:pt x="0" y="121031"/>
                    <a:pt x="889" y="112649"/>
                    <a:pt x="2540" y="104267"/>
                  </a:cubicBezTo>
                  <a:cubicBezTo>
                    <a:pt x="4191" y="95885"/>
                    <a:pt x="6604" y="87884"/>
                    <a:pt x="9906" y="80010"/>
                  </a:cubicBezTo>
                  <a:cubicBezTo>
                    <a:pt x="13208" y="72136"/>
                    <a:pt x="17145" y="64643"/>
                    <a:pt x="21844" y="57658"/>
                  </a:cubicBezTo>
                  <a:cubicBezTo>
                    <a:pt x="26543" y="50673"/>
                    <a:pt x="31877" y="44069"/>
                    <a:pt x="37973" y="37973"/>
                  </a:cubicBezTo>
                  <a:cubicBezTo>
                    <a:pt x="44069" y="31877"/>
                    <a:pt x="50546" y="26543"/>
                    <a:pt x="57658" y="21844"/>
                  </a:cubicBezTo>
                  <a:cubicBezTo>
                    <a:pt x="64770" y="17145"/>
                    <a:pt x="72009" y="13081"/>
                    <a:pt x="79883" y="9906"/>
                  </a:cubicBezTo>
                  <a:cubicBezTo>
                    <a:pt x="87757" y="6731"/>
                    <a:pt x="95885" y="4191"/>
                    <a:pt x="104140" y="2540"/>
                  </a:cubicBezTo>
                  <a:cubicBezTo>
                    <a:pt x="112395" y="889"/>
                    <a:pt x="120904" y="0"/>
                    <a:pt x="129413" y="0"/>
                  </a:cubicBezTo>
                  <a:lnTo>
                    <a:pt x="2661539" y="0"/>
                  </a:lnTo>
                  <a:cubicBezTo>
                    <a:pt x="2670048" y="0"/>
                    <a:pt x="2678557" y="889"/>
                    <a:pt x="2686812" y="2540"/>
                  </a:cubicBezTo>
                  <a:cubicBezTo>
                    <a:pt x="2695067" y="4191"/>
                    <a:pt x="2703322" y="6604"/>
                    <a:pt x="2711069" y="9906"/>
                  </a:cubicBezTo>
                  <a:cubicBezTo>
                    <a:pt x="2718816" y="13208"/>
                    <a:pt x="2726436" y="17145"/>
                    <a:pt x="2733421" y="21844"/>
                  </a:cubicBezTo>
                  <a:cubicBezTo>
                    <a:pt x="2740406" y="26543"/>
                    <a:pt x="2747010" y="31877"/>
                    <a:pt x="2753106" y="37973"/>
                  </a:cubicBezTo>
                  <a:cubicBezTo>
                    <a:pt x="2759202" y="44069"/>
                    <a:pt x="2764409" y="50546"/>
                    <a:pt x="2769235" y="57658"/>
                  </a:cubicBezTo>
                  <a:cubicBezTo>
                    <a:pt x="2774061" y="64770"/>
                    <a:pt x="2777871" y="72136"/>
                    <a:pt x="2781173" y="80010"/>
                  </a:cubicBezTo>
                  <a:cubicBezTo>
                    <a:pt x="2784475" y="87884"/>
                    <a:pt x="2786888" y="96012"/>
                    <a:pt x="2788539" y="104267"/>
                  </a:cubicBezTo>
                  <a:cubicBezTo>
                    <a:pt x="2790190" y="112522"/>
                    <a:pt x="2791079" y="121031"/>
                    <a:pt x="2791079" y="129540"/>
                  </a:cubicBezTo>
                  <a:lnTo>
                    <a:pt x="2791079" y="1876044"/>
                  </a:lnTo>
                  <a:cubicBezTo>
                    <a:pt x="2791079" y="1884553"/>
                    <a:pt x="2790190" y="1892935"/>
                    <a:pt x="2788539" y="1901317"/>
                  </a:cubicBezTo>
                  <a:cubicBezTo>
                    <a:pt x="2786888" y="1909699"/>
                    <a:pt x="2784475" y="1917700"/>
                    <a:pt x="2781173" y="1925574"/>
                  </a:cubicBezTo>
                  <a:cubicBezTo>
                    <a:pt x="2777871" y="1933448"/>
                    <a:pt x="2773934" y="1940941"/>
                    <a:pt x="2769235" y="1947926"/>
                  </a:cubicBezTo>
                  <a:cubicBezTo>
                    <a:pt x="2764536" y="1954911"/>
                    <a:pt x="2759075" y="1961515"/>
                    <a:pt x="2753106" y="1967611"/>
                  </a:cubicBezTo>
                  <a:cubicBezTo>
                    <a:pt x="2747137" y="1973707"/>
                    <a:pt x="2740533" y="1979041"/>
                    <a:pt x="2733421" y="1983740"/>
                  </a:cubicBezTo>
                  <a:cubicBezTo>
                    <a:pt x="2726309" y="1988439"/>
                    <a:pt x="2718943" y="1992503"/>
                    <a:pt x="2711069" y="1995678"/>
                  </a:cubicBezTo>
                  <a:cubicBezTo>
                    <a:pt x="2703195" y="1998853"/>
                    <a:pt x="2695067" y="2001393"/>
                    <a:pt x="2686812" y="2003044"/>
                  </a:cubicBezTo>
                  <a:cubicBezTo>
                    <a:pt x="2678557" y="2004695"/>
                    <a:pt x="2670048" y="2005584"/>
                    <a:pt x="2661539" y="2005584"/>
                  </a:cubicBezTo>
                  <a:lnTo>
                    <a:pt x="129540" y="2005584"/>
                  </a:lnTo>
                  <a:cubicBezTo>
                    <a:pt x="121031" y="2005584"/>
                    <a:pt x="112649" y="2004695"/>
                    <a:pt x="104267" y="2003044"/>
                  </a:cubicBezTo>
                  <a:cubicBezTo>
                    <a:pt x="95885" y="2001393"/>
                    <a:pt x="87884" y="1998980"/>
                    <a:pt x="80010" y="1995678"/>
                  </a:cubicBezTo>
                  <a:cubicBezTo>
                    <a:pt x="72136" y="1992376"/>
                    <a:pt x="64643" y="1988439"/>
                    <a:pt x="57658" y="1983740"/>
                  </a:cubicBezTo>
                  <a:cubicBezTo>
                    <a:pt x="50673" y="1979041"/>
                    <a:pt x="44069" y="1973707"/>
                    <a:pt x="37973" y="1967611"/>
                  </a:cubicBezTo>
                  <a:cubicBezTo>
                    <a:pt x="31877" y="1961515"/>
                    <a:pt x="26543" y="1955038"/>
                    <a:pt x="21844" y="1947926"/>
                  </a:cubicBezTo>
                  <a:cubicBezTo>
                    <a:pt x="17145" y="1940814"/>
                    <a:pt x="13081" y="1933448"/>
                    <a:pt x="9906" y="1925574"/>
                  </a:cubicBezTo>
                  <a:cubicBezTo>
                    <a:pt x="6731" y="1917700"/>
                    <a:pt x="4191" y="1909572"/>
                    <a:pt x="2540" y="1901317"/>
                  </a:cubicBezTo>
                  <a:cubicBezTo>
                    <a:pt x="889" y="1893062"/>
                    <a:pt x="0" y="1884553"/>
                    <a:pt x="0" y="1876044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31826" y="95758"/>
              <a:ext cx="2799461" cy="2013712"/>
            </a:xfrm>
            <a:custGeom>
              <a:avLst/>
              <a:gdLst/>
              <a:ahLst/>
              <a:cxnLst/>
              <a:rect r="r" b="b" t="t" l="l"/>
              <a:pathLst>
                <a:path h="2013712" w="2799461">
                  <a:moveTo>
                    <a:pt x="0" y="1880235"/>
                  </a:moveTo>
                  <a:lnTo>
                    <a:pt x="0" y="133731"/>
                  </a:lnTo>
                  <a:lnTo>
                    <a:pt x="4191" y="133731"/>
                  </a:lnTo>
                  <a:lnTo>
                    <a:pt x="0" y="133731"/>
                  </a:lnTo>
                  <a:cubicBezTo>
                    <a:pt x="0" y="124968"/>
                    <a:pt x="889" y="116205"/>
                    <a:pt x="2540" y="107696"/>
                  </a:cubicBezTo>
                  <a:lnTo>
                    <a:pt x="6604" y="108458"/>
                  </a:lnTo>
                  <a:lnTo>
                    <a:pt x="2540" y="107696"/>
                  </a:lnTo>
                  <a:cubicBezTo>
                    <a:pt x="4191" y="99060"/>
                    <a:pt x="6731" y="90678"/>
                    <a:pt x="10160" y="82550"/>
                  </a:cubicBezTo>
                  <a:lnTo>
                    <a:pt x="13970" y="84201"/>
                  </a:lnTo>
                  <a:lnTo>
                    <a:pt x="10160" y="82550"/>
                  </a:lnTo>
                  <a:cubicBezTo>
                    <a:pt x="13462" y="74422"/>
                    <a:pt x="17653" y="66675"/>
                    <a:pt x="22479" y="59436"/>
                  </a:cubicBezTo>
                  <a:lnTo>
                    <a:pt x="25908" y="61722"/>
                  </a:lnTo>
                  <a:lnTo>
                    <a:pt x="22479" y="59436"/>
                  </a:lnTo>
                  <a:cubicBezTo>
                    <a:pt x="27305" y="52070"/>
                    <a:pt x="32893" y="45339"/>
                    <a:pt x="39116" y="39116"/>
                  </a:cubicBezTo>
                  <a:lnTo>
                    <a:pt x="42037" y="42037"/>
                  </a:lnTo>
                  <a:lnTo>
                    <a:pt x="39116" y="39116"/>
                  </a:lnTo>
                  <a:cubicBezTo>
                    <a:pt x="45339" y="32893"/>
                    <a:pt x="52070" y="27305"/>
                    <a:pt x="59436" y="22479"/>
                  </a:cubicBezTo>
                  <a:cubicBezTo>
                    <a:pt x="66675" y="17653"/>
                    <a:pt x="74422" y="13462"/>
                    <a:pt x="82550" y="10160"/>
                  </a:cubicBezTo>
                  <a:lnTo>
                    <a:pt x="84201" y="13970"/>
                  </a:lnTo>
                  <a:lnTo>
                    <a:pt x="82550" y="10160"/>
                  </a:lnTo>
                  <a:cubicBezTo>
                    <a:pt x="90678" y="6858"/>
                    <a:pt x="99060" y="4318"/>
                    <a:pt x="107696" y="2540"/>
                  </a:cubicBezTo>
                  <a:lnTo>
                    <a:pt x="108458" y="6604"/>
                  </a:lnTo>
                  <a:lnTo>
                    <a:pt x="107696" y="2540"/>
                  </a:lnTo>
                  <a:cubicBezTo>
                    <a:pt x="116332" y="762"/>
                    <a:pt x="124968" y="0"/>
                    <a:pt x="133731" y="0"/>
                  </a:cubicBezTo>
                  <a:lnTo>
                    <a:pt x="133731" y="4191"/>
                  </a:lnTo>
                  <a:lnTo>
                    <a:pt x="133731" y="0"/>
                  </a:lnTo>
                  <a:lnTo>
                    <a:pt x="2665730" y="0"/>
                  </a:lnTo>
                  <a:lnTo>
                    <a:pt x="2665730" y="4191"/>
                  </a:lnTo>
                  <a:lnTo>
                    <a:pt x="2665730" y="0"/>
                  </a:lnTo>
                  <a:cubicBezTo>
                    <a:pt x="2674493" y="0"/>
                    <a:pt x="2683256" y="889"/>
                    <a:pt x="2691765" y="2540"/>
                  </a:cubicBezTo>
                  <a:lnTo>
                    <a:pt x="2691003" y="6604"/>
                  </a:lnTo>
                  <a:lnTo>
                    <a:pt x="2691765" y="2540"/>
                  </a:lnTo>
                  <a:cubicBezTo>
                    <a:pt x="2700401" y="4191"/>
                    <a:pt x="2708783" y="6731"/>
                    <a:pt x="2716911" y="10160"/>
                  </a:cubicBezTo>
                  <a:lnTo>
                    <a:pt x="2715260" y="13970"/>
                  </a:lnTo>
                  <a:lnTo>
                    <a:pt x="2716911" y="10160"/>
                  </a:lnTo>
                  <a:cubicBezTo>
                    <a:pt x="2725039" y="13462"/>
                    <a:pt x="2732786" y="17653"/>
                    <a:pt x="2740025" y="22479"/>
                  </a:cubicBezTo>
                  <a:lnTo>
                    <a:pt x="2737739" y="25908"/>
                  </a:lnTo>
                  <a:lnTo>
                    <a:pt x="2740025" y="22479"/>
                  </a:lnTo>
                  <a:cubicBezTo>
                    <a:pt x="2747391" y="27305"/>
                    <a:pt x="2754122" y="32893"/>
                    <a:pt x="2760345" y="39116"/>
                  </a:cubicBezTo>
                  <a:lnTo>
                    <a:pt x="2757424" y="42037"/>
                  </a:lnTo>
                  <a:lnTo>
                    <a:pt x="2760345" y="39116"/>
                  </a:lnTo>
                  <a:cubicBezTo>
                    <a:pt x="2766568" y="45339"/>
                    <a:pt x="2772029" y="52070"/>
                    <a:pt x="2776982" y="59309"/>
                  </a:cubicBezTo>
                  <a:cubicBezTo>
                    <a:pt x="2781808" y="66548"/>
                    <a:pt x="2785999" y="74295"/>
                    <a:pt x="2789301" y="82423"/>
                  </a:cubicBezTo>
                  <a:cubicBezTo>
                    <a:pt x="2792730" y="90551"/>
                    <a:pt x="2795143" y="98933"/>
                    <a:pt x="2796921" y="107442"/>
                  </a:cubicBezTo>
                  <a:lnTo>
                    <a:pt x="2792857" y="108204"/>
                  </a:lnTo>
                  <a:lnTo>
                    <a:pt x="2796921" y="107442"/>
                  </a:lnTo>
                  <a:cubicBezTo>
                    <a:pt x="2798699" y="116078"/>
                    <a:pt x="2799461" y="124714"/>
                    <a:pt x="2799461" y="133477"/>
                  </a:cubicBezTo>
                  <a:lnTo>
                    <a:pt x="2795270" y="133477"/>
                  </a:lnTo>
                  <a:lnTo>
                    <a:pt x="2799461" y="133477"/>
                  </a:lnTo>
                  <a:lnTo>
                    <a:pt x="2799461" y="1880235"/>
                  </a:lnTo>
                  <a:lnTo>
                    <a:pt x="2795270" y="1880235"/>
                  </a:lnTo>
                  <a:lnTo>
                    <a:pt x="2799461" y="1880235"/>
                  </a:lnTo>
                  <a:cubicBezTo>
                    <a:pt x="2799461" y="1888998"/>
                    <a:pt x="2798572" y="1897761"/>
                    <a:pt x="2796921" y="1906270"/>
                  </a:cubicBezTo>
                  <a:lnTo>
                    <a:pt x="2792857" y="1905508"/>
                  </a:lnTo>
                  <a:lnTo>
                    <a:pt x="2796921" y="1906270"/>
                  </a:lnTo>
                  <a:cubicBezTo>
                    <a:pt x="2795143" y="1914906"/>
                    <a:pt x="2792730" y="1923161"/>
                    <a:pt x="2789301" y="1931289"/>
                  </a:cubicBezTo>
                  <a:cubicBezTo>
                    <a:pt x="2785999" y="1939417"/>
                    <a:pt x="2781808" y="1947037"/>
                    <a:pt x="2776982" y="1954403"/>
                  </a:cubicBezTo>
                  <a:cubicBezTo>
                    <a:pt x="2772029" y="1961642"/>
                    <a:pt x="2766568" y="1968500"/>
                    <a:pt x="2760345" y="1974596"/>
                  </a:cubicBezTo>
                  <a:lnTo>
                    <a:pt x="2757424" y="1971675"/>
                  </a:lnTo>
                  <a:lnTo>
                    <a:pt x="2760345" y="1974596"/>
                  </a:lnTo>
                  <a:cubicBezTo>
                    <a:pt x="2754122" y="1980819"/>
                    <a:pt x="2747391" y="1986407"/>
                    <a:pt x="2740025" y="1991233"/>
                  </a:cubicBezTo>
                  <a:lnTo>
                    <a:pt x="2737739" y="1987804"/>
                  </a:lnTo>
                  <a:lnTo>
                    <a:pt x="2740025" y="1991233"/>
                  </a:lnTo>
                  <a:cubicBezTo>
                    <a:pt x="2732786" y="1996059"/>
                    <a:pt x="2725039" y="2000250"/>
                    <a:pt x="2716911" y="2003552"/>
                  </a:cubicBezTo>
                  <a:lnTo>
                    <a:pt x="2715260" y="1999742"/>
                  </a:lnTo>
                  <a:lnTo>
                    <a:pt x="2716911" y="2003552"/>
                  </a:lnTo>
                  <a:cubicBezTo>
                    <a:pt x="2708783" y="2006854"/>
                    <a:pt x="2700401" y="2009394"/>
                    <a:pt x="2691765" y="2011172"/>
                  </a:cubicBezTo>
                  <a:lnTo>
                    <a:pt x="2691003" y="2007108"/>
                  </a:lnTo>
                  <a:lnTo>
                    <a:pt x="2691765" y="2011172"/>
                  </a:lnTo>
                  <a:cubicBezTo>
                    <a:pt x="2683256" y="2012950"/>
                    <a:pt x="2674493" y="2013712"/>
                    <a:pt x="2665730" y="2013712"/>
                  </a:cubicBezTo>
                  <a:lnTo>
                    <a:pt x="2665730" y="2009521"/>
                  </a:lnTo>
                  <a:lnTo>
                    <a:pt x="2665730" y="2013712"/>
                  </a:lnTo>
                  <a:lnTo>
                    <a:pt x="133731" y="2013712"/>
                  </a:lnTo>
                  <a:lnTo>
                    <a:pt x="133731" y="2009521"/>
                  </a:lnTo>
                  <a:lnTo>
                    <a:pt x="133731" y="2013712"/>
                  </a:lnTo>
                  <a:cubicBezTo>
                    <a:pt x="124968" y="2013712"/>
                    <a:pt x="116205" y="2012823"/>
                    <a:pt x="107696" y="2011172"/>
                  </a:cubicBezTo>
                  <a:lnTo>
                    <a:pt x="108458" y="2007108"/>
                  </a:lnTo>
                  <a:lnTo>
                    <a:pt x="107696" y="2011172"/>
                  </a:lnTo>
                  <a:cubicBezTo>
                    <a:pt x="99060" y="2009521"/>
                    <a:pt x="90678" y="2006981"/>
                    <a:pt x="82550" y="2003552"/>
                  </a:cubicBezTo>
                  <a:lnTo>
                    <a:pt x="84201" y="1999742"/>
                  </a:lnTo>
                  <a:lnTo>
                    <a:pt x="82550" y="2003552"/>
                  </a:lnTo>
                  <a:cubicBezTo>
                    <a:pt x="74422" y="2000250"/>
                    <a:pt x="66675" y="1996059"/>
                    <a:pt x="59436" y="1991233"/>
                  </a:cubicBezTo>
                  <a:cubicBezTo>
                    <a:pt x="52070" y="1986407"/>
                    <a:pt x="45339" y="1980819"/>
                    <a:pt x="39116" y="1974596"/>
                  </a:cubicBezTo>
                  <a:lnTo>
                    <a:pt x="42037" y="1971675"/>
                  </a:lnTo>
                  <a:lnTo>
                    <a:pt x="39116" y="1974596"/>
                  </a:lnTo>
                  <a:cubicBezTo>
                    <a:pt x="32893" y="1968373"/>
                    <a:pt x="27305" y="1961642"/>
                    <a:pt x="22479" y="1954276"/>
                  </a:cubicBezTo>
                  <a:lnTo>
                    <a:pt x="25908" y="1951990"/>
                  </a:lnTo>
                  <a:lnTo>
                    <a:pt x="22479" y="1954276"/>
                  </a:lnTo>
                  <a:cubicBezTo>
                    <a:pt x="17653" y="1947037"/>
                    <a:pt x="13462" y="1939290"/>
                    <a:pt x="10160" y="1931162"/>
                  </a:cubicBezTo>
                  <a:lnTo>
                    <a:pt x="13970" y="1929511"/>
                  </a:lnTo>
                  <a:lnTo>
                    <a:pt x="10160" y="1931162"/>
                  </a:lnTo>
                  <a:cubicBezTo>
                    <a:pt x="6858" y="1923034"/>
                    <a:pt x="4318" y="1914652"/>
                    <a:pt x="2540" y="1906016"/>
                  </a:cubicBezTo>
                  <a:lnTo>
                    <a:pt x="6604" y="1905254"/>
                  </a:lnTo>
                  <a:lnTo>
                    <a:pt x="2540" y="1906016"/>
                  </a:lnTo>
                  <a:cubicBezTo>
                    <a:pt x="762" y="1897380"/>
                    <a:pt x="0" y="1888744"/>
                    <a:pt x="0" y="1879981"/>
                  </a:cubicBezTo>
                  <a:lnTo>
                    <a:pt x="4191" y="1879981"/>
                  </a:lnTo>
                  <a:lnTo>
                    <a:pt x="0" y="1879981"/>
                  </a:lnTo>
                  <a:moveTo>
                    <a:pt x="8382" y="1879981"/>
                  </a:moveTo>
                  <a:cubicBezTo>
                    <a:pt x="8382" y="1888236"/>
                    <a:pt x="9144" y="1896364"/>
                    <a:pt x="10795" y="1904492"/>
                  </a:cubicBezTo>
                  <a:cubicBezTo>
                    <a:pt x="12446" y="1912620"/>
                    <a:pt x="14732" y="1920367"/>
                    <a:pt x="17907" y="1927987"/>
                  </a:cubicBezTo>
                  <a:cubicBezTo>
                    <a:pt x="21082" y="1935607"/>
                    <a:pt x="24892" y="1942846"/>
                    <a:pt x="29464" y="1949704"/>
                  </a:cubicBezTo>
                  <a:cubicBezTo>
                    <a:pt x="34036" y="1956562"/>
                    <a:pt x="39243" y="1962912"/>
                    <a:pt x="45085" y="1968754"/>
                  </a:cubicBezTo>
                  <a:cubicBezTo>
                    <a:pt x="50927" y="1974596"/>
                    <a:pt x="57277" y="1979803"/>
                    <a:pt x="64135" y="1984375"/>
                  </a:cubicBezTo>
                  <a:lnTo>
                    <a:pt x="61849" y="1987804"/>
                  </a:lnTo>
                  <a:lnTo>
                    <a:pt x="64135" y="1984375"/>
                  </a:lnTo>
                  <a:cubicBezTo>
                    <a:pt x="70993" y="1988947"/>
                    <a:pt x="78232" y="1992757"/>
                    <a:pt x="85852" y="1995932"/>
                  </a:cubicBezTo>
                  <a:cubicBezTo>
                    <a:pt x="93472" y="1999107"/>
                    <a:pt x="101346" y="2001520"/>
                    <a:pt x="109347" y="2003044"/>
                  </a:cubicBezTo>
                  <a:cubicBezTo>
                    <a:pt x="117475" y="2004695"/>
                    <a:pt x="125603" y="2005457"/>
                    <a:pt x="133858" y="2005457"/>
                  </a:cubicBezTo>
                  <a:lnTo>
                    <a:pt x="2665730" y="2005457"/>
                  </a:lnTo>
                  <a:cubicBezTo>
                    <a:pt x="2673985" y="2005457"/>
                    <a:pt x="2682113" y="2004695"/>
                    <a:pt x="2690114" y="2003044"/>
                  </a:cubicBezTo>
                  <a:cubicBezTo>
                    <a:pt x="2698242" y="2001393"/>
                    <a:pt x="2705989" y="1999107"/>
                    <a:pt x="2713609" y="1995932"/>
                  </a:cubicBezTo>
                  <a:cubicBezTo>
                    <a:pt x="2721229" y="1992757"/>
                    <a:pt x="2728468" y="1988947"/>
                    <a:pt x="2735326" y="1984375"/>
                  </a:cubicBezTo>
                  <a:cubicBezTo>
                    <a:pt x="2742184" y="1979803"/>
                    <a:pt x="2748534" y="1974596"/>
                    <a:pt x="2754376" y="1968754"/>
                  </a:cubicBezTo>
                  <a:cubicBezTo>
                    <a:pt x="2760218" y="1962912"/>
                    <a:pt x="2765425" y="1956562"/>
                    <a:pt x="2769997" y="1949704"/>
                  </a:cubicBezTo>
                  <a:lnTo>
                    <a:pt x="2773426" y="1951990"/>
                  </a:lnTo>
                  <a:lnTo>
                    <a:pt x="2769997" y="1949704"/>
                  </a:lnTo>
                  <a:cubicBezTo>
                    <a:pt x="2774569" y="1942846"/>
                    <a:pt x="2778379" y="1935607"/>
                    <a:pt x="2781554" y="1927987"/>
                  </a:cubicBezTo>
                  <a:lnTo>
                    <a:pt x="2785364" y="1929638"/>
                  </a:lnTo>
                  <a:lnTo>
                    <a:pt x="2781554" y="1927987"/>
                  </a:lnTo>
                  <a:cubicBezTo>
                    <a:pt x="2784729" y="1920367"/>
                    <a:pt x="2787015" y="1912493"/>
                    <a:pt x="2788666" y="1904492"/>
                  </a:cubicBezTo>
                  <a:cubicBezTo>
                    <a:pt x="2790317" y="1896364"/>
                    <a:pt x="2791079" y="1888236"/>
                    <a:pt x="2791079" y="1879981"/>
                  </a:cubicBezTo>
                  <a:lnTo>
                    <a:pt x="2791079" y="133731"/>
                  </a:lnTo>
                  <a:cubicBezTo>
                    <a:pt x="2791079" y="125476"/>
                    <a:pt x="2790317" y="117348"/>
                    <a:pt x="2788666" y="109220"/>
                  </a:cubicBezTo>
                  <a:cubicBezTo>
                    <a:pt x="2787015" y="101092"/>
                    <a:pt x="2784729" y="93345"/>
                    <a:pt x="2781554" y="85725"/>
                  </a:cubicBezTo>
                  <a:lnTo>
                    <a:pt x="2785364" y="84074"/>
                  </a:lnTo>
                  <a:lnTo>
                    <a:pt x="2781554" y="85725"/>
                  </a:lnTo>
                  <a:cubicBezTo>
                    <a:pt x="2778379" y="78105"/>
                    <a:pt x="2774569" y="70866"/>
                    <a:pt x="2769997" y="64008"/>
                  </a:cubicBezTo>
                  <a:lnTo>
                    <a:pt x="2773426" y="61722"/>
                  </a:lnTo>
                  <a:lnTo>
                    <a:pt x="2769997" y="64008"/>
                  </a:lnTo>
                  <a:cubicBezTo>
                    <a:pt x="2765425" y="57150"/>
                    <a:pt x="2760218" y="50800"/>
                    <a:pt x="2754376" y="44958"/>
                  </a:cubicBezTo>
                  <a:cubicBezTo>
                    <a:pt x="2748534" y="39116"/>
                    <a:pt x="2742184" y="33909"/>
                    <a:pt x="2735326" y="29337"/>
                  </a:cubicBezTo>
                  <a:cubicBezTo>
                    <a:pt x="2728595" y="24765"/>
                    <a:pt x="2721229" y="20955"/>
                    <a:pt x="2713609" y="17780"/>
                  </a:cubicBezTo>
                  <a:cubicBezTo>
                    <a:pt x="2705989" y="14605"/>
                    <a:pt x="2698115" y="12192"/>
                    <a:pt x="2690114" y="10668"/>
                  </a:cubicBezTo>
                  <a:cubicBezTo>
                    <a:pt x="2682113" y="9017"/>
                    <a:pt x="2673985" y="8255"/>
                    <a:pt x="2665730" y="8255"/>
                  </a:cubicBezTo>
                  <a:lnTo>
                    <a:pt x="133731" y="8255"/>
                  </a:lnTo>
                  <a:cubicBezTo>
                    <a:pt x="125476" y="8255"/>
                    <a:pt x="117348" y="9017"/>
                    <a:pt x="109220" y="10668"/>
                  </a:cubicBezTo>
                  <a:cubicBezTo>
                    <a:pt x="101092" y="12319"/>
                    <a:pt x="93345" y="14605"/>
                    <a:pt x="85725" y="17780"/>
                  </a:cubicBezTo>
                  <a:cubicBezTo>
                    <a:pt x="78105" y="20955"/>
                    <a:pt x="70866" y="24765"/>
                    <a:pt x="64008" y="29337"/>
                  </a:cubicBezTo>
                  <a:lnTo>
                    <a:pt x="61722" y="25908"/>
                  </a:lnTo>
                  <a:lnTo>
                    <a:pt x="64008" y="29337"/>
                  </a:lnTo>
                  <a:cubicBezTo>
                    <a:pt x="57150" y="33909"/>
                    <a:pt x="50800" y="39116"/>
                    <a:pt x="44958" y="44958"/>
                  </a:cubicBezTo>
                  <a:cubicBezTo>
                    <a:pt x="39116" y="50800"/>
                    <a:pt x="33909" y="57150"/>
                    <a:pt x="29337" y="64008"/>
                  </a:cubicBezTo>
                  <a:cubicBezTo>
                    <a:pt x="24765" y="70866"/>
                    <a:pt x="20955" y="78105"/>
                    <a:pt x="17780" y="85725"/>
                  </a:cubicBezTo>
                  <a:cubicBezTo>
                    <a:pt x="14605" y="93345"/>
                    <a:pt x="12192" y="101219"/>
                    <a:pt x="10668" y="109220"/>
                  </a:cubicBezTo>
                  <a:cubicBezTo>
                    <a:pt x="9017" y="117348"/>
                    <a:pt x="8255" y="125476"/>
                    <a:pt x="8255" y="133731"/>
                  </a:cubicBezTo>
                  <a:lnTo>
                    <a:pt x="8255" y="1880235"/>
                  </a:lnTo>
                  <a:close/>
                </a:path>
              </a:pathLst>
            </a:custGeom>
            <a:solidFill>
              <a:srgbClr val="BFDBFE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49123" y="1131951"/>
              <a:ext cx="2364867" cy="8382"/>
            </a:xfrm>
            <a:custGeom>
              <a:avLst/>
              <a:gdLst/>
              <a:ahLst/>
              <a:cxnLst/>
              <a:rect r="r" b="b" t="t" l="l"/>
              <a:pathLst>
                <a:path h="8382" w="2364867">
                  <a:moveTo>
                    <a:pt x="0" y="0"/>
                  </a:moveTo>
                  <a:lnTo>
                    <a:pt x="2364867" y="0"/>
                  </a:lnTo>
                  <a:lnTo>
                    <a:pt x="2364867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BEAFE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349123" y="1566545"/>
              <a:ext cx="2364867" cy="8382"/>
            </a:xfrm>
            <a:custGeom>
              <a:avLst/>
              <a:gdLst/>
              <a:ahLst/>
              <a:cxnLst/>
              <a:rect r="r" b="b" t="t" l="l"/>
              <a:pathLst>
                <a:path h="8382" w="2364867">
                  <a:moveTo>
                    <a:pt x="0" y="0"/>
                  </a:moveTo>
                  <a:lnTo>
                    <a:pt x="2364867" y="0"/>
                  </a:lnTo>
                  <a:lnTo>
                    <a:pt x="2364867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10282" y="2023918"/>
            <a:ext cx="695532" cy="690380"/>
            <a:chOff x="0" y="0"/>
            <a:chExt cx="548640" cy="54457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48640" cy="544576"/>
            </a:xfrm>
            <a:custGeom>
              <a:avLst/>
              <a:gdLst/>
              <a:ahLst/>
              <a:cxnLst/>
              <a:rect r="r" b="b" t="t" l="l"/>
              <a:pathLst>
                <a:path h="544576" w="548640">
                  <a:moveTo>
                    <a:pt x="274447" y="36957"/>
                  </a:moveTo>
                  <a:cubicBezTo>
                    <a:pt x="302514" y="36957"/>
                    <a:pt x="329565" y="42291"/>
                    <a:pt x="355473" y="53086"/>
                  </a:cubicBezTo>
                  <a:cubicBezTo>
                    <a:pt x="381381" y="63881"/>
                    <a:pt x="404241" y="79121"/>
                    <a:pt x="424180" y="98933"/>
                  </a:cubicBezTo>
                  <a:cubicBezTo>
                    <a:pt x="444119" y="118745"/>
                    <a:pt x="459232" y="141732"/>
                    <a:pt x="470027" y="167640"/>
                  </a:cubicBezTo>
                  <a:cubicBezTo>
                    <a:pt x="480822" y="193548"/>
                    <a:pt x="486156" y="220599"/>
                    <a:pt x="486156" y="248666"/>
                  </a:cubicBezTo>
                  <a:cubicBezTo>
                    <a:pt x="486156" y="276733"/>
                    <a:pt x="480822" y="303784"/>
                    <a:pt x="470027" y="329692"/>
                  </a:cubicBezTo>
                  <a:cubicBezTo>
                    <a:pt x="459232" y="355600"/>
                    <a:pt x="443992" y="378587"/>
                    <a:pt x="424180" y="398399"/>
                  </a:cubicBezTo>
                  <a:cubicBezTo>
                    <a:pt x="404368" y="418211"/>
                    <a:pt x="381381" y="433578"/>
                    <a:pt x="355473" y="444246"/>
                  </a:cubicBezTo>
                  <a:cubicBezTo>
                    <a:pt x="329565" y="454914"/>
                    <a:pt x="302514" y="460375"/>
                    <a:pt x="274447" y="460375"/>
                  </a:cubicBezTo>
                  <a:cubicBezTo>
                    <a:pt x="246380" y="460375"/>
                    <a:pt x="219329" y="455041"/>
                    <a:pt x="193421" y="444246"/>
                  </a:cubicBezTo>
                  <a:cubicBezTo>
                    <a:pt x="167513" y="433451"/>
                    <a:pt x="144526" y="418211"/>
                    <a:pt x="124714" y="398399"/>
                  </a:cubicBezTo>
                  <a:cubicBezTo>
                    <a:pt x="104902" y="378587"/>
                    <a:pt x="89535" y="355600"/>
                    <a:pt x="78740" y="329692"/>
                  </a:cubicBezTo>
                  <a:cubicBezTo>
                    <a:pt x="67945" y="303784"/>
                    <a:pt x="62611" y="276733"/>
                    <a:pt x="62611" y="248666"/>
                  </a:cubicBezTo>
                  <a:cubicBezTo>
                    <a:pt x="62611" y="220599"/>
                    <a:pt x="67945" y="193548"/>
                    <a:pt x="78740" y="167640"/>
                  </a:cubicBezTo>
                  <a:cubicBezTo>
                    <a:pt x="89535" y="141732"/>
                    <a:pt x="104902" y="118872"/>
                    <a:pt x="124714" y="98933"/>
                  </a:cubicBezTo>
                  <a:cubicBezTo>
                    <a:pt x="144526" y="78994"/>
                    <a:pt x="167513" y="63754"/>
                    <a:pt x="193421" y="53086"/>
                  </a:cubicBezTo>
                  <a:cubicBezTo>
                    <a:pt x="219329" y="42418"/>
                    <a:pt x="246380" y="36957"/>
                    <a:pt x="274447" y="36957"/>
                  </a:cubicBezTo>
                  <a:close/>
                  <a:moveTo>
                    <a:pt x="0" y="0"/>
                  </a:moveTo>
                  <a:lnTo>
                    <a:pt x="0" y="544576"/>
                  </a:lnTo>
                  <a:lnTo>
                    <a:pt x="548640" y="544576"/>
                  </a:lnTo>
                  <a:lnTo>
                    <a:pt x="54864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910282" y="2023918"/>
            <a:ext cx="695532" cy="690380"/>
            <a:chOff x="0" y="0"/>
            <a:chExt cx="411480" cy="408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11480" cy="408432"/>
            </a:xfrm>
            <a:custGeom>
              <a:avLst/>
              <a:gdLst/>
              <a:ahLst/>
              <a:cxnLst/>
              <a:rect r="r" b="b" t="t" l="l"/>
              <a:pathLst>
                <a:path h="408432" w="411480">
                  <a:moveTo>
                    <a:pt x="0" y="0"/>
                  </a:moveTo>
                  <a:lnTo>
                    <a:pt x="411480" y="0"/>
                  </a:lnTo>
                  <a:lnTo>
                    <a:pt x="411480" y="408432"/>
                  </a:lnTo>
                  <a:lnTo>
                    <a:pt x="0" y="408432"/>
                  </a:lnTo>
                  <a:close/>
                </a:path>
              </a:pathLst>
            </a:custGeom>
            <a:solidFill>
              <a:srgbClr val="DBEAF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74217" y="2013613"/>
            <a:ext cx="767661" cy="762509"/>
            <a:chOff x="0" y="0"/>
            <a:chExt cx="605536" cy="6014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5536" cy="601472"/>
            </a:xfrm>
            <a:custGeom>
              <a:avLst/>
              <a:gdLst/>
              <a:ahLst/>
              <a:cxnLst/>
              <a:rect r="r" b="b" t="t" l="l"/>
              <a:pathLst>
                <a:path h="601472" w="605536">
                  <a:moveTo>
                    <a:pt x="302895" y="45085"/>
                  </a:moveTo>
                  <a:cubicBezTo>
                    <a:pt x="330962" y="45085"/>
                    <a:pt x="358013" y="50419"/>
                    <a:pt x="383921" y="61214"/>
                  </a:cubicBezTo>
                  <a:cubicBezTo>
                    <a:pt x="409829" y="72009"/>
                    <a:pt x="432689" y="87249"/>
                    <a:pt x="452628" y="107061"/>
                  </a:cubicBezTo>
                  <a:cubicBezTo>
                    <a:pt x="472567" y="126873"/>
                    <a:pt x="487680" y="149860"/>
                    <a:pt x="498475" y="175768"/>
                  </a:cubicBezTo>
                  <a:cubicBezTo>
                    <a:pt x="509270" y="201676"/>
                    <a:pt x="514604" y="228727"/>
                    <a:pt x="514604" y="256794"/>
                  </a:cubicBezTo>
                  <a:cubicBezTo>
                    <a:pt x="514604" y="284861"/>
                    <a:pt x="509270" y="311912"/>
                    <a:pt x="498475" y="337820"/>
                  </a:cubicBezTo>
                  <a:cubicBezTo>
                    <a:pt x="487680" y="363728"/>
                    <a:pt x="472440" y="386715"/>
                    <a:pt x="452628" y="406527"/>
                  </a:cubicBezTo>
                  <a:cubicBezTo>
                    <a:pt x="432816" y="426339"/>
                    <a:pt x="409829" y="441706"/>
                    <a:pt x="383921" y="452374"/>
                  </a:cubicBezTo>
                  <a:cubicBezTo>
                    <a:pt x="358013" y="463042"/>
                    <a:pt x="330962" y="468503"/>
                    <a:pt x="302895" y="468503"/>
                  </a:cubicBezTo>
                  <a:cubicBezTo>
                    <a:pt x="274828" y="468503"/>
                    <a:pt x="247777" y="463169"/>
                    <a:pt x="221869" y="452374"/>
                  </a:cubicBezTo>
                  <a:cubicBezTo>
                    <a:pt x="195961" y="441579"/>
                    <a:pt x="172974" y="426339"/>
                    <a:pt x="153162" y="406527"/>
                  </a:cubicBezTo>
                  <a:cubicBezTo>
                    <a:pt x="133350" y="386715"/>
                    <a:pt x="117983" y="363728"/>
                    <a:pt x="107188" y="337820"/>
                  </a:cubicBezTo>
                  <a:cubicBezTo>
                    <a:pt x="96393" y="311912"/>
                    <a:pt x="91059" y="284861"/>
                    <a:pt x="91059" y="256794"/>
                  </a:cubicBezTo>
                  <a:cubicBezTo>
                    <a:pt x="91059" y="228727"/>
                    <a:pt x="96393" y="201676"/>
                    <a:pt x="107188" y="175768"/>
                  </a:cubicBezTo>
                  <a:cubicBezTo>
                    <a:pt x="117983" y="149860"/>
                    <a:pt x="133350" y="127000"/>
                    <a:pt x="153162" y="107061"/>
                  </a:cubicBezTo>
                  <a:cubicBezTo>
                    <a:pt x="172974" y="87122"/>
                    <a:pt x="195961" y="71882"/>
                    <a:pt x="221869" y="61214"/>
                  </a:cubicBezTo>
                  <a:cubicBezTo>
                    <a:pt x="247777" y="50546"/>
                    <a:pt x="274828" y="45085"/>
                    <a:pt x="302895" y="45085"/>
                  </a:cubicBezTo>
                  <a:close/>
                  <a:moveTo>
                    <a:pt x="0" y="0"/>
                  </a:moveTo>
                  <a:lnTo>
                    <a:pt x="0" y="601472"/>
                  </a:lnTo>
                  <a:lnTo>
                    <a:pt x="605536" y="601472"/>
                  </a:lnTo>
                  <a:lnTo>
                    <a:pt x="605536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373933" y="3121731"/>
            <a:ext cx="355929" cy="497177"/>
            <a:chOff x="0" y="0"/>
            <a:chExt cx="210566" cy="2941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63500" y="63500"/>
              <a:ext cx="83566" cy="167131"/>
            </a:xfrm>
            <a:custGeom>
              <a:avLst/>
              <a:gdLst/>
              <a:ahLst/>
              <a:cxnLst/>
              <a:rect r="r" b="b" t="t" l="l"/>
              <a:pathLst>
                <a:path h="167131" w="83566">
                  <a:moveTo>
                    <a:pt x="0" y="83565"/>
                  </a:moveTo>
                  <a:lnTo>
                    <a:pt x="83565" y="167130"/>
                  </a:lnTo>
                  <a:lnTo>
                    <a:pt x="83565" y="0"/>
                  </a:lnTo>
                </a:path>
              </a:pathLst>
            </a:custGeom>
            <a:solidFill>
              <a:srgbClr val="BFDBF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71882" y="71882"/>
              <a:ext cx="75184" cy="150367"/>
            </a:xfrm>
            <a:custGeom>
              <a:avLst/>
              <a:gdLst/>
              <a:ahLst/>
              <a:cxnLst/>
              <a:rect r="r" b="b" t="t" l="l"/>
              <a:pathLst>
                <a:path h="150367" w="75184">
                  <a:moveTo>
                    <a:pt x="0" y="75183"/>
                  </a:moveTo>
                  <a:lnTo>
                    <a:pt x="75183" y="150366"/>
                  </a:lnTo>
                  <a:lnTo>
                    <a:pt x="75183" y="0"/>
                  </a:lnTo>
                </a:path>
              </a:pathLst>
            </a:custGeom>
            <a:solidFill>
              <a:srgbClr val="EFF6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766877" y="1906273"/>
            <a:ext cx="982326" cy="977174"/>
            <a:chOff x="0" y="0"/>
            <a:chExt cx="581152" cy="5781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0" y="63500"/>
              <a:ext cx="454152" cy="451104"/>
            </a:xfrm>
            <a:custGeom>
              <a:avLst/>
              <a:gdLst/>
              <a:ahLst/>
              <a:cxnLst/>
              <a:rect r="r" b="b" t="t" l="l"/>
              <a:pathLst>
                <a:path h="451104" w="454152">
                  <a:moveTo>
                    <a:pt x="0" y="0"/>
                  </a:moveTo>
                  <a:lnTo>
                    <a:pt x="454152" y="0"/>
                  </a:lnTo>
                  <a:lnTo>
                    <a:pt x="454152" y="451104"/>
                  </a:lnTo>
                  <a:lnTo>
                    <a:pt x="0" y="451104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23571" y="89027"/>
              <a:ext cx="334391" cy="334264"/>
            </a:xfrm>
            <a:custGeom>
              <a:avLst/>
              <a:gdLst/>
              <a:ahLst/>
              <a:cxnLst/>
              <a:rect r="r" b="b" t="t" l="l"/>
              <a:pathLst>
                <a:path h="334264" w="334391">
                  <a:moveTo>
                    <a:pt x="334264" y="167132"/>
                  </a:moveTo>
                  <a:cubicBezTo>
                    <a:pt x="334264" y="178054"/>
                    <a:pt x="333248" y="188976"/>
                    <a:pt x="331089" y="199771"/>
                  </a:cubicBezTo>
                  <a:cubicBezTo>
                    <a:pt x="328930" y="210566"/>
                    <a:pt x="325755" y="220980"/>
                    <a:pt x="321564" y="231140"/>
                  </a:cubicBezTo>
                  <a:cubicBezTo>
                    <a:pt x="317373" y="241300"/>
                    <a:pt x="312166" y="250952"/>
                    <a:pt x="306070" y="259969"/>
                  </a:cubicBezTo>
                  <a:cubicBezTo>
                    <a:pt x="299974" y="268986"/>
                    <a:pt x="292989" y="277495"/>
                    <a:pt x="285242" y="285242"/>
                  </a:cubicBezTo>
                  <a:cubicBezTo>
                    <a:pt x="277495" y="292989"/>
                    <a:pt x="268986" y="299974"/>
                    <a:pt x="259969" y="306070"/>
                  </a:cubicBezTo>
                  <a:cubicBezTo>
                    <a:pt x="250952" y="312166"/>
                    <a:pt x="241173" y="317373"/>
                    <a:pt x="231140" y="321564"/>
                  </a:cubicBezTo>
                  <a:cubicBezTo>
                    <a:pt x="221107" y="325755"/>
                    <a:pt x="210566" y="328930"/>
                    <a:pt x="199771" y="331089"/>
                  </a:cubicBezTo>
                  <a:cubicBezTo>
                    <a:pt x="188976" y="333248"/>
                    <a:pt x="178181" y="334264"/>
                    <a:pt x="167132" y="334264"/>
                  </a:cubicBezTo>
                  <a:cubicBezTo>
                    <a:pt x="156083" y="334264"/>
                    <a:pt x="145288" y="333248"/>
                    <a:pt x="134493" y="331089"/>
                  </a:cubicBezTo>
                  <a:cubicBezTo>
                    <a:pt x="123698" y="328930"/>
                    <a:pt x="113284" y="325755"/>
                    <a:pt x="103124" y="321564"/>
                  </a:cubicBezTo>
                  <a:cubicBezTo>
                    <a:pt x="92964" y="317373"/>
                    <a:pt x="83312" y="312166"/>
                    <a:pt x="74295" y="306070"/>
                  </a:cubicBezTo>
                  <a:cubicBezTo>
                    <a:pt x="65278" y="299974"/>
                    <a:pt x="56769" y="292989"/>
                    <a:pt x="49022" y="285242"/>
                  </a:cubicBezTo>
                  <a:cubicBezTo>
                    <a:pt x="41275" y="277495"/>
                    <a:pt x="34290" y="268986"/>
                    <a:pt x="28194" y="259969"/>
                  </a:cubicBezTo>
                  <a:cubicBezTo>
                    <a:pt x="22098" y="250952"/>
                    <a:pt x="16891" y="241173"/>
                    <a:pt x="12700" y="231140"/>
                  </a:cubicBezTo>
                  <a:cubicBezTo>
                    <a:pt x="8509" y="221107"/>
                    <a:pt x="5334" y="210566"/>
                    <a:pt x="3175" y="199771"/>
                  </a:cubicBezTo>
                  <a:cubicBezTo>
                    <a:pt x="1016" y="188976"/>
                    <a:pt x="0" y="178181"/>
                    <a:pt x="0" y="167132"/>
                  </a:cubicBezTo>
                  <a:cubicBezTo>
                    <a:pt x="0" y="156083"/>
                    <a:pt x="1016" y="145288"/>
                    <a:pt x="3175" y="134493"/>
                  </a:cubicBezTo>
                  <a:cubicBezTo>
                    <a:pt x="5334" y="123698"/>
                    <a:pt x="8509" y="113284"/>
                    <a:pt x="12700" y="103124"/>
                  </a:cubicBezTo>
                  <a:cubicBezTo>
                    <a:pt x="16891" y="92964"/>
                    <a:pt x="22098" y="83312"/>
                    <a:pt x="28194" y="74295"/>
                  </a:cubicBezTo>
                  <a:cubicBezTo>
                    <a:pt x="34290" y="65278"/>
                    <a:pt x="41275" y="56769"/>
                    <a:pt x="49022" y="49022"/>
                  </a:cubicBezTo>
                  <a:cubicBezTo>
                    <a:pt x="56769" y="41275"/>
                    <a:pt x="65278" y="34290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9"/>
                    <a:pt x="123825" y="5334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4"/>
                    <a:pt x="221107" y="8509"/>
                    <a:pt x="231267" y="12700"/>
                  </a:cubicBezTo>
                  <a:cubicBezTo>
                    <a:pt x="241427" y="16891"/>
                    <a:pt x="251079" y="22098"/>
                    <a:pt x="260096" y="28194"/>
                  </a:cubicBezTo>
                  <a:cubicBezTo>
                    <a:pt x="269113" y="34290"/>
                    <a:pt x="277622" y="41275"/>
                    <a:pt x="285369" y="49022"/>
                  </a:cubicBezTo>
                  <a:cubicBezTo>
                    <a:pt x="293116" y="56769"/>
                    <a:pt x="300101" y="65278"/>
                    <a:pt x="306197" y="74295"/>
                  </a:cubicBezTo>
                  <a:cubicBezTo>
                    <a:pt x="312293" y="83312"/>
                    <a:pt x="317500" y="93091"/>
                    <a:pt x="321691" y="103124"/>
                  </a:cubicBezTo>
                  <a:cubicBezTo>
                    <a:pt x="325882" y="113157"/>
                    <a:pt x="329057" y="123698"/>
                    <a:pt x="331216" y="134493"/>
                  </a:cubicBezTo>
                  <a:cubicBezTo>
                    <a:pt x="333375" y="145288"/>
                    <a:pt x="334391" y="156083"/>
                    <a:pt x="334391" y="167132"/>
                  </a:cubicBez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0" y="0"/>
            <a:ext cx="18288000" cy="1485959"/>
            <a:chOff x="0" y="0"/>
            <a:chExt cx="10819257" cy="87910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0" y="63500"/>
              <a:ext cx="10692251" cy="752097"/>
            </a:xfrm>
            <a:custGeom>
              <a:avLst/>
              <a:gdLst/>
              <a:ahLst/>
              <a:cxnLst/>
              <a:rect r="r" b="b" t="t" l="l"/>
              <a:pathLst>
                <a:path h="752097" w="10692251">
                  <a:moveTo>
                    <a:pt x="0" y="0"/>
                  </a:moveTo>
                  <a:lnTo>
                    <a:pt x="0" y="752098"/>
                  </a:lnTo>
                  <a:lnTo>
                    <a:pt x="10692251" y="752098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63500" y="782196"/>
              <a:ext cx="10692251" cy="33401"/>
            </a:xfrm>
            <a:custGeom>
              <a:avLst/>
              <a:gdLst/>
              <a:ahLst/>
              <a:cxnLst/>
              <a:rect r="r" b="b" t="t" l="l"/>
              <a:pathLst>
                <a:path h="33401" w="10692251">
                  <a:moveTo>
                    <a:pt x="0" y="0"/>
                  </a:moveTo>
                  <a:lnTo>
                    <a:pt x="0" y="33402"/>
                  </a:lnTo>
                  <a:lnTo>
                    <a:pt x="10692251" y="3340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9201527" y="318390"/>
              <a:ext cx="1053084" cy="208789"/>
            </a:xfrm>
            <a:custGeom>
              <a:avLst/>
              <a:gdLst/>
              <a:ahLst/>
              <a:cxnLst/>
              <a:rect r="r" b="b" t="t" l="l"/>
              <a:pathLst>
                <a:path h="208789" w="1053084">
                  <a:moveTo>
                    <a:pt x="0" y="104395"/>
                  </a:moveTo>
                  <a:cubicBezTo>
                    <a:pt x="0" y="97537"/>
                    <a:pt x="635" y="90806"/>
                    <a:pt x="2031" y="84075"/>
                  </a:cubicBezTo>
                  <a:cubicBezTo>
                    <a:pt x="3429" y="77344"/>
                    <a:pt x="5334" y="70867"/>
                    <a:pt x="8001" y="64517"/>
                  </a:cubicBezTo>
                  <a:cubicBezTo>
                    <a:pt x="10668" y="58167"/>
                    <a:pt x="13843" y="52198"/>
                    <a:pt x="17653" y="46483"/>
                  </a:cubicBezTo>
                  <a:cubicBezTo>
                    <a:pt x="21463" y="40768"/>
                    <a:pt x="25781" y="35561"/>
                    <a:pt x="30606" y="30608"/>
                  </a:cubicBezTo>
                  <a:cubicBezTo>
                    <a:pt x="35432" y="25654"/>
                    <a:pt x="40767" y="21463"/>
                    <a:pt x="46481" y="17653"/>
                  </a:cubicBezTo>
                  <a:cubicBezTo>
                    <a:pt x="52197" y="13843"/>
                    <a:pt x="58166" y="10668"/>
                    <a:pt x="64516" y="8001"/>
                  </a:cubicBezTo>
                  <a:cubicBezTo>
                    <a:pt x="70866" y="5334"/>
                    <a:pt x="77343" y="3429"/>
                    <a:pt x="84074" y="2032"/>
                  </a:cubicBezTo>
                  <a:cubicBezTo>
                    <a:pt x="90805" y="635"/>
                    <a:pt x="97663" y="0"/>
                    <a:pt x="104520" y="0"/>
                  </a:cubicBezTo>
                  <a:lnTo>
                    <a:pt x="948563" y="0"/>
                  </a:lnTo>
                  <a:cubicBezTo>
                    <a:pt x="955420" y="0"/>
                    <a:pt x="962152" y="635"/>
                    <a:pt x="969010" y="2032"/>
                  </a:cubicBezTo>
                  <a:cubicBezTo>
                    <a:pt x="975868" y="3429"/>
                    <a:pt x="982344" y="5334"/>
                    <a:pt x="988568" y="8001"/>
                  </a:cubicBezTo>
                  <a:cubicBezTo>
                    <a:pt x="994791" y="10668"/>
                    <a:pt x="1000887" y="13843"/>
                    <a:pt x="1006602" y="17653"/>
                  </a:cubicBezTo>
                  <a:cubicBezTo>
                    <a:pt x="1012317" y="21463"/>
                    <a:pt x="1017651" y="25781"/>
                    <a:pt x="1022477" y="30608"/>
                  </a:cubicBezTo>
                  <a:cubicBezTo>
                    <a:pt x="1027303" y="35434"/>
                    <a:pt x="1031620" y="40768"/>
                    <a:pt x="1035431" y="46483"/>
                  </a:cubicBezTo>
                  <a:cubicBezTo>
                    <a:pt x="1039241" y="52198"/>
                    <a:pt x="1042416" y="58167"/>
                    <a:pt x="1045082" y="64517"/>
                  </a:cubicBezTo>
                  <a:cubicBezTo>
                    <a:pt x="1047750" y="70867"/>
                    <a:pt x="1049655" y="77344"/>
                    <a:pt x="1051052" y="84075"/>
                  </a:cubicBezTo>
                  <a:cubicBezTo>
                    <a:pt x="1052449" y="90806"/>
                    <a:pt x="1053084" y="97537"/>
                    <a:pt x="1053084" y="104395"/>
                  </a:cubicBezTo>
                  <a:cubicBezTo>
                    <a:pt x="1053084" y="111253"/>
                    <a:pt x="1052449" y="117984"/>
                    <a:pt x="1051052" y="124715"/>
                  </a:cubicBezTo>
                  <a:cubicBezTo>
                    <a:pt x="1049655" y="131446"/>
                    <a:pt x="1047750" y="137923"/>
                    <a:pt x="1045082" y="144273"/>
                  </a:cubicBezTo>
                  <a:cubicBezTo>
                    <a:pt x="1042416" y="150623"/>
                    <a:pt x="1039241" y="156592"/>
                    <a:pt x="1035431" y="162307"/>
                  </a:cubicBezTo>
                  <a:cubicBezTo>
                    <a:pt x="1031620" y="168022"/>
                    <a:pt x="1027303" y="173229"/>
                    <a:pt x="1022477" y="178182"/>
                  </a:cubicBezTo>
                  <a:cubicBezTo>
                    <a:pt x="1017651" y="183135"/>
                    <a:pt x="1012317" y="187326"/>
                    <a:pt x="1006602" y="191136"/>
                  </a:cubicBezTo>
                  <a:cubicBezTo>
                    <a:pt x="1000887" y="194946"/>
                    <a:pt x="994918" y="198121"/>
                    <a:pt x="988568" y="200788"/>
                  </a:cubicBezTo>
                  <a:cubicBezTo>
                    <a:pt x="982218" y="203455"/>
                    <a:pt x="975741" y="205360"/>
                    <a:pt x="969010" y="206757"/>
                  </a:cubicBezTo>
                  <a:cubicBezTo>
                    <a:pt x="962279" y="208154"/>
                    <a:pt x="955420" y="208789"/>
                    <a:pt x="948563" y="208789"/>
                  </a:cubicBezTo>
                  <a:lnTo>
                    <a:pt x="104520" y="208789"/>
                  </a:lnTo>
                  <a:cubicBezTo>
                    <a:pt x="97663" y="208789"/>
                    <a:pt x="90931" y="208154"/>
                    <a:pt x="84074" y="206757"/>
                  </a:cubicBezTo>
                  <a:cubicBezTo>
                    <a:pt x="77215" y="205360"/>
                    <a:pt x="70739" y="203455"/>
                    <a:pt x="64515" y="200788"/>
                  </a:cubicBezTo>
                  <a:cubicBezTo>
                    <a:pt x="58292" y="198121"/>
                    <a:pt x="52197" y="194946"/>
                    <a:pt x="46481" y="191136"/>
                  </a:cubicBezTo>
                  <a:cubicBezTo>
                    <a:pt x="40766" y="187326"/>
                    <a:pt x="35432" y="183008"/>
                    <a:pt x="30606" y="178182"/>
                  </a:cubicBezTo>
                  <a:cubicBezTo>
                    <a:pt x="25780" y="173356"/>
                    <a:pt x="21463" y="168022"/>
                    <a:pt x="17652" y="162307"/>
                  </a:cubicBezTo>
                  <a:cubicBezTo>
                    <a:pt x="13842" y="156592"/>
                    <a:pt x="10667" y="150623"/>
                    <a:pt x="8001" y="144273"/>
                  </a:cubicBezTo>
                  <a:cubicBezTo>
                    <a:pt x="5334" y="137923"/>
                    <a:pt x="3428" y="131446"/>
                    <a:pt x="2031" y="124715"/>
                  </a:cubicBezTo>
                  <a:cubicBezTo>
                    <a:pt x="635" y="117984"/>
                    <a:pt x="0" y="111253"/>
                    <a:pt x="0" y="104395"/>
                  </a:cubicBezTo>
                  <a:close/>
                </a:path>
              </a:pathLst>
            </a:custGeom>
            <a:solidFill>
              <a:srgbClr val="E0E7F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9197336" y="314199"/>
              <a:ext cx="1061212" cy="217171"/>
            </a:xfrm>
            <a:custGeom>
              <a:avLst/>
              <a:gdLst/>
              <a:ahLst/>
              <a:cxnLst/>
              <a:rect r="r" b="b" t="t" l="l"/>
              <a:pathLst>
                <a:path h="217171" w="1061212">
                  <a:moveTo>
                    <a:pt x="0" y="108586"/>
                  </a:moveTo>
                  <a:cubicBezTo>
                    <a:pt x="0" y="101474"/>
                    <a:pt x="634" y="94362"/>
                    <a:pt x="2031" y="87377"/>
                  </a:cubicBezTo>
                  <a:cubicBezTo>
                    <a:pt x="3429" y="80392"/>
                    <a:pt x="5460" y="73534"/>
                    <a:pt x="8255" y="67057"/>
                  </a:cubicBezTo>
                  <a:cubicBezTo>
                    <a:pt x="11048" y="60453"/>
                    <a:pt x="14351" y="54230"/>
                    <a:pt x="18288" y="48261"/>
                  </a:cubicBezTo>
                  <a:lnTo>
                    <a:pt x="21717" y="50547"/>
                  </a:lnTo>
                  <a:lnTo>
                    <a:pt x="18288" y="48261"/>
                  </a:lnTo>
                  <a:cubicBezTo>
                    <a:pt x="22225" y="42292"/>
                    <a:pt x="26796" y="36831"/>
                    <a:pt x="31750" y="31750"/>
                  </a:cubicBezTo>
                  <a:lnTo>
                    <a:pt x="34670" y="34672"/>
                  </a:lnTo>
                  <a:lnTo>
                    <a:pt x="31750" y="31750"/>
                  </a:lnTo>
                  <a:cubicBezTo>
                    <a:pt x="36830" y="26670"/>
                    <a:pt x="42291" y="22225"/>
                    <a:pt x="48259" y="18288"/>
                  </a:cubicBezTo>
                  <a:lnTo>
                    <a:pt x="50545" y="21717"/>
                  </a:lnTo>
                  <a:lnTo>
                    <a:pt x="48259" y="18288"/>
                  </a:lnTo>
                  <a:cubicBezTo>
                    <a:pt x="54229" y="14351"/>
                    <a:pt x="60452" y="10922"/>
                    <a:pt x="67056" y="8255"/>
                  </a:cubicBezTo>
                  <a:lnTo>
                    <a:pt x="68706" y="12065"/>
                  </a:lnTo>
                  <a:lnTo>
                    <a:pt x="67056" y="8255"/>
                  </a:lnTo>
                  <a:cubicBezTo>
                    <a:pt x="73532" y="5461"/>
                    <a:pt x="80518" y="3429"/>
                    <a:pt x="87376" y="2032"/>
                  </a:cubicBezTo>
                  <a:cubicBezTo>
                    <a:pt x="94360" y="635"/>
                    <a:pt x="101472" y="0"/>
                    <a:pt x="108584" y="0"/>
                  </a:cubicBezTo>
                  <a:lnTo>
                    <a:pt x="108584" y="4191"/>
                  </a:lnTo>
                  <a:lnTo>
                    <a:pt x="108584" y="0"/>
                  </a:lnTo>
                  <a:lnTo>
                    <a:pt x="952627" y="0"/>
                  </a:lnTo>
                  <a:lnTo>
                    <a:pt x="952627" y="4191"/>
                  </a:lnTo>
                  <a:lnTo>
                    <a:pt x="952627" y="0"/>
                  </a:lnTo>
                  <a:cubicBezTo>
                    <a:pt x="959739" y="0"/>
                    <a:pt x="966851" y="635"/>
                    <a:pt x="973835" y="2032"/>
                  </a:cubicBezTo>
                  <a:cubicBezTo>
                    <a:pt x="980820" y="3429"/>
                    <a:pt x="987679" y="5461"/>
                    <a:pt x="994156" y="8255"/>
                  </a:cubicBezTo>
                  <a:lnTo>
                    <a:pt x="992505" y="12065"/>
                  </a:lnTo>
                  <a:lnTo>
                    <a:pt x="994156" y="8255"/>
                  </a:lnTo>
                  <a:cubicBezTo>
                    <a:pt x="1000759" y="11049"/>
                    <a:pt x="1006982" y="14351"/>
                    <a:pt x="1012952" y="18288"/>
                  </a:cubicBezTo>
                  <a:lnTo>
                    <a:pt x="1010666" y="21717"/>
                  </a:lnTo>
                  <a:lnTo>
                    <a:pt x="1012952" y="18288"/>
                  </a:lnTo>
                  <a:cubicBezTo>
                    <a:pt x="1018920" y="22225"/>
                    <a:pt x="1024381" y="26797"/>
                    <a:pt x="1029461" y="31750"/>
                  </a:cubicBezTo>
                  <a:lnTo>
                    <a:pt x="1026541" y="34672"/>
                  </a:lnTo>
                  <a:lnTo>
                    <a:pt x="1029461" y="31750"/>
                  </a:lnTo>
                  <a:cubicBezTo>
                    <a:pt x="1034542" y="36831"/>
                    <a:pt x="1038986" y="42292"/>
                    <a:pt x="1042923" y="48261"/>
                  </a:cubicBezTo>
                  <a:lnTo>
                    <a:pt x="1039494" y="50547"/>
                  </a:lnTo>
                  <a:lnTo>
                    <a:pt x="1042923" y="48261"/>
                  </a:lnTo>
                  <a:cubicBezTo>
                    <a:pt x="1046988" y="54230"/>
                    <a:pt x="1050290" y="60453"/>
                    <a:pt x="1052956" y="67057"/>
                  </a:cubicBezTo>
                  <a:cubicBezTo>
                    <a:pt x="1055623" y="73661"/>
                    <a:pt x="1057782" y="80392"/>
                    <a:pt x="1059180" y="87377"/>
                  </a:cubicBezTo>
                  <a:cubicBezTo>
                    <a:pt x="1060577" y="94362"/>
                    <a:pt x="1061211" y="101474"/>
                    <a:pt x="1061211" y="108586"/>
                  </a:cubicBezTo>
                  <a:lnTo>
                    <a:pt x="1057020" y="108586"/>
                  </a:lnTo>
                  <a:lnTo>
                    <a:pt x="1061211" y="108586"/>
                  </a:lnTo>
                  <a:cubicBezTo>
                    <a:pt x="1061211" y="115698"/>
                    <a:pt x="1060577" y="122810"/>
                    <a:pt x="1059180" y="129795"/>
                  </a:cubicBezTo>
                  <a:cubicBezTo>
                    <a:pt x="1057782" y="136780"/>
                    <a:pt x="1055751" y="143638"/>
                    <a:pt x="1052956" y="150115"/>
                  </a:cubicBezTo>
                  <a:cubicBezTo>
                    <a:pt x="1050163" y="156719"/>
                    <a:pt x="1046860" y="162942"/>
                    <a:pt x="1042923" y="168911"/>
                  </a:cubicBezTo>
                  <a:lnTo>
                    <a:pt x="1039494" y="166625"/>
                  </a:lnTo>
                  <a:lnTo>
                    <a:pt x="1042923" y="168911"/>
                  </a:lnTo>
                  <a:cubicBezTo>
                    <a:pt x="1038986" y="174880"/>
                    <a:pt x="1034415" y="180341"/>
                    <a:pt x="1029461" y="185421"/>
                  </a:cubicBezTo>
                  <a:lnTo>
                    <a:pt x="1026541" y="182500"/>
                  </a:lnTo>
                  <a:lnTo>
                    <a:pt x="1029461" y="185421"/>
                  </a:lnTo>
                  <a:cubicBezTo>
                    <a:pt x="1024381" y="190501"/>
                    <a:pt x="1018920" y="194946"/>
                    <a:pt x="1012952" y="198883"/>
                  </a:cubicBezTo>
                  <a:lnTo>
                    <a:pt x="1010666" y="195454"/>
                  </a:lnTo>
                  <a:lnTo>
                    <a:pt x="1012952" y="198883"/>
                  </a:lnTo>
                  <a:cubicBezTo>
                    <a:pt x="1006982" y="202820"/>
                    <a:pt x="1000759" y="206249"/>
                    <a:pt x="994156" y="208916"/>
                  </a:cubicBezTo>
                  <a:lnTo>
                    <a:pt x="992505" y="205106"/>
                  </a:lnTo>
                  <a:lnTo>
                    <a:pt x="994156" y="208916"/>
                  </a:lnTo>
                  <a:cubicBezTo>
                    <a:pt x="987679" y="211710"/>
                    <a:pt x="980693" y="213742"/>
                    <a:pt x="973835" y="215139"/>
                  </a:cubicBezTo>
                  <a:cubicBezTo>
                    <a:pt x="966851" y="216536"/>
                    <a:pt x="959739" y="217171"/>
                    <a:pt x="952627" y="217171"/>
                  </a:cubicBezTo>
                  <a:lnTo>
                    <a:pt x="952627" y="212980"/>
                  </a:lnTo>
                  <a:lnTo>
                    <a:pt x="952627" y="217171"/>
                  </a:lnTo>
                  <a:lnTo>
                    <a:pt x="108711" y="217171"/>
                  </a:lnTo>
                  <a:lnTo>
                    <a:pt x="108711" y="212980"/>
                  </a:lnTo>
                  <a:lnTo>
                    <a:pt x="108711" y="217171"/>
                  </a:lnTo>
                  <a:cubicBezTo>
                    <a:pt x="101600" y="217171"/>
                    <a:pt x="94488" y="216536"/>
                    <a:pt x="87503" y="215139"/>
                  </a:cubicBezTo>
                  <a:cubicBezTo>
                    <a:pt x="80518" y="213742"/>
                    <a:pt x="73659" y="211710"/>
                    <a:pt x="67182" y="208916"/>
                  </a:cubicBezTo>
                  <a:lnTo>
                    <a:pt x="68833" y="205106"/>
                  </a:lnTo>
                  <a:lnTo>
                    <a:pt x="67182" y="208916"/>
                  </a:lnTo>
                  <a:cubicBezTo>
                    <a:pt x="60579" y="206122"/>
                    <a:pt x="54355" y="202820"/>
                    <a:pt x="48386" y="198883"/>
                  </a:cubicBezTo>
                  <a:lnTo>
                    <a:pt x="50672" y="195454"/>
                  </a:lnTo>
                  <a:lnTo>
                    <a:pt x="48386" y="198883"/>
                  </a:lnTo>
                  <a:cubicBezTo>
                    <a:pt x="42418" y="194946"/>
                    <a:pt x="36956" y="190374"/>
                    <a:pt x="31877" y="185421"/>
                  </a:cubicBezTo>
                  <a:lnTo>
                    <a:pt x="34797" y="182500"/>
                  </a:lnTo>
                  <a:lnTo>
                    <a:pt x="31877" y="185421"/>
                  </a:lnTo>
                  <a:cubicBezTo>
                    <a:pt x="26796" y="180341"/>
                    <a:pt x="22352" y="174880"/>
                    <a:pt x="18415" y="168911"/>
                  </a:cubicBezTo>
                  <a:lnTo>
                    <a:pt x="21843" y="166625"/>
                  </a:lnTo>
                  <a:lnTo>
                    <a:pt x="18415" y="168911"/>
                  </a:lnTo>
                  <a:cubicBezTo>
                    <a:pt x="14351" y="162942"/>
                    <a:pt x="11048" y="156719"/>
                    <a:pt x="8381" y="150115"/>
                  </a:cubicBezTo>
                  <a:cubicBezTo>
                    <a:pt x="5715" y="143511"/>
                    <a:pt x="3555" y="136780"/>
                    <a:pt x="2158" y="129795"/>
                  </a:cubicBezTo>
                  <a:cubicBezTo>
                    <a:pt x="761" y="122810"/>
                    <a:pt x="127" y="115698"/>
                    <a:pt x="127" y="108586"/>
                  </a:cubicBezTo>
                  <a:lnTo>
                    <a:pt x="4318" y="108586"/>
                  </a:lnTo>
                  <a:lnTo>
                    <a:pt x="127" y="108586"/>
                  </a:lnTo>
                  <a:moveTo>
                    <a:pt x="8508" y="108586"/>
                  </a:moveTo>
                  <a:cubicBezTo>
                    <a:pt x="8508" y="115190"/>
                    <a:pt x="9143" y="121667"/>
                    <a:pt x="10414" y="128144"/>
                  </a:cubicBezTo>
                  <a:lnTo>
                    <a:pt x="6350" y="128906"/>
                  </a:lnTo>
                  <a:lnTo>
                    <a:pt x="10414" y="128144"/>
                  </a:lnTo>
                  <a:cubicBezTo>
                    <a:pt x="11683" y="134621"/>
                    <a:pt x="13589" y="140844"/>
                    <a:pt x="16129" y="146940"/>
                  </a:cubicBezTo>
                  <a:lnTo>
                    <a:pt x="12318" y="148464"/>
                  </a:lnTo>
                  <a:lnTo>
                    <a:pt x="16129" y="146813"/>
                  </a:lnTo>
                  <a:cubicBezTo>
                    <a:pt x="18668" y="152909"/>
                    <a:pt x="21717" y="158751"/>
                    <a:pt x="25400" y="164212"/>
                  </a:cubicBezTo>
                  <a:cubicBezTo>
                    <a:pt x="28955" y="169673"/>
                    <a:pt x="33146" y="174753"/>
                    <a:pt x="37845" y="179325"/>
                  </a:cubicBezTo>
                  <a:cubicBezTo>
                    <a:pt x="42544" y="184024"/>
                    <a:pt x="47497" y="188088"/>
                    <a:pt x="53085" y="191771"/>
                  </a:cubicBezTo>
                  <a:cubicBezTo>
                    <a:pt x="58546" y="195454"/>
                    <a:pt x="64261" y="198502"/>
                    <a:pt x="70357" y="201042"/>
                  </a:cubicBezTo>
                  <a:cubicBezTo>
                    <a:pt x="76327" y="203582"/>
                    <a:pt x="82677" y="205487"/>
                    <a:pt x="89154" y="206757"/>
                  </a:cubicBezTo>
                  <a:lnTo>
                    <a:pt x="88392" y="210821"/>
                  </a:lnTo>
                  <a:lnTo>
                    <a:pt x="89154" y="206757"/>
                  </a:lnTo>
                  <a:cubicBezTo>
                    <a:pt x="95630" y="208027"/>
                    <a:pt x="102107" y="208662"/>
                    <a:pt x="108711" y="208662"/>
                  </a:cubicBezTo>
                  <a:lnTo>
                    <a:pt x="952754" y="208662"/>
                  </a:lnTo>
                  <a:cubicBezTo>
                    <a:pt x="959357" y="208662"/>
                    <a:pt x="965834" y="208027"/>
                    <a:pt x="972311" y="206757"/>
                  </a:cubicBezTo>
                  <a:lnTo>
                    <a:pt x="973073" y="210821"/>
                  </a:lnTo>
                  <a:lnTo>
                    <a:pt x="972311" y="206757"/>
                  </a:lnTo>
                  <a:cubicBezTo>
                    <a:pt x="978789" y="205487"/>
                    <a:pt x="985139" y="203582"/>
                    <a:pt x="991107" y="201042"/>
                  </a:cubicBezTo>
                  <a:cubicBezTo>
                    <a:pt x="997204" y="198502"/>
                    <a:pt x="1002918" y="195454"/>
                    <a:pt x="1008380" y="191771"/>
                  </a:cubicBezTo>
                  <a:cubicBezTo>
                    <a:pt x="1013841" y="188088"/>
                    <a:pt x="1018920" y="184024"/>
                    <a:pt x="1023619" y="179325"/>
                  </a:cubicBezTo>
                  <a:cubicBezTo>
                    <a:pt x="1028318" y="174626"/>
                    <a:pt x="1032382" y="169546"/>
                    <a:pt x="1036066" y="164212"/>
                  </a:cubicBezTo>
                  <a:cubicBezTo>
                    <a:pt x="1039748" y="158751"/>
                    <a:pt x="1042796" y="153036"/>
                    <a:pt x="1045336" y="146813"/>
                  </a:cubicBezTo>
                  <a:lnTo>
                    <a:pt x="1049146" y="148464"/>
                  </a:lnTo>
                  <a:lnTo>
                    <a:pt x="1045336" y="146940"/>
                  </a:lnTo>
                  <a:cubicBezTo>
                    <a:pt x="1047877" y="140844"/>
                    <a:pt x="1049781" y="134621"/>
                    <a:pt x="1051052" y="128144"/>
                  </a:cubicBezTo>
                  <a:lnTo>
                    <a:pt x="1055116" y="128906"/>
                  </a:lnTo>
                  <a:lnTo>
                    <a:pt x="1051052" y="128144"/>
                  </a:lnTo>
                  <a:cubicBezTo>
                    <a:pt x="1052321" y="121667"/>
                    <a:pt x="1052956" y="115190"/>
                    <a:pt x="1052956" y="108586"/>
                  </a:cubicBezTo>
                  <a:cubicBezTo>
                    <a:pt x="1052956" y="101982"/>
                    <a:pt x="1052321" y="95505"/>
                    <a:pt x="1051052" y="89028"/>
                  </a:cubicBezTo>
                  <a:lnTo>
                    <a:pt x="1055116" y="88266"/>
                  </a:lnTo>
                  <a:lnTo>
                    <a:pt x="1051052" y="89028"/>
                  </a:lnTo>
                  <a:cubicBezTo>
                    <a:pt x="1049781" y="82551"/>
                    <a:pt x="1047877" y="76328"/>
                    <a:pt x="1045336" y="70232"/>
                  </a:cubicBezTo>
                  <a:lnTo>
                    <a:pt x="1049146" y="68708"/>
                  </a:lnTo>
                  <a:lnTo>
                    <a:pt x="1045336" y="70359"/>
                  </a:lnTo>
                  <a:cubicBezTo>
                    <a:pt x="1042796" y="64263"/>
                    <a:pt x="1039748" y="58421"/>
                    <a:pt x="1036066" y="52960"/>
                  </a:cubicBezTo>
                  <a:cubicBezTo>
                    <a:pt x="1032509" y="47499"/>
                    <a:pt x="1028318" y="42419"/>
                    <a:pt x="1023619" y="37847"/>
                  </a:cubicBezTo>
                  <a:cubicBezTo>
                    <a:pt x="1018920" y="33148"/>
                    <a:pt x="1013968" y="29083"/>
                    <a:pt x="1008380" y="25400"/>
                  </a:cubicBezTo>
                  <a:cubicBezTo>
                    <a:pt x="1002918" y="21717"/>
                    <a:pt x="997204" y="18669"/>
                    <a:pt x="991107" y="16129"/>
                  </a:cubicBezTo>
                  <a:cubicBezTo>
                    <a:pt x="985139" y="13589"/>
                    <a:pt x="978789" y="11684"/>
                    <a:pt x="972311" y="10414"/>
                  </a:cubicBezTo>
                  <a:lnTo>
                    <a:pt x="973073" y="6350"/>
                  </a:lnTo>
                  <a:lnTo>
                    <a:pt x="972311" y="10414"/>
                  </a:lnTo>
                  <a:cubicBezTo>
                    <a:pt x="965834" y="9144"/>
                    <a:pt x="959357" y="8509"/>
                    <a:pt x="952754" y="8509"/>
                  </a:cubicBezTo>
                  <a:lnTo>
                    <a:pt x="108711" y="8509"/>
                  </a:lnTo>
                  <a:cubicBezTo>
                    <a:pt x="102107" y="8509"/>
                    <a:pt x="95630" y="9144"/>
                    <a:pt x="89154" y="10414"/>
                  </a:cubicBezTo>
                  <a:lnTo>
                    <a:pt x="88392" y="6350"/>
                  </a:lnTo>
                  <a:lnTo>
                    <a:pt x="89154" y="10414"/>
                  </a:lnTo>
                  <a:cubicBezTo>
                    <a:pt x="82677" y="11684"/>
                    <a:pt x="76327" y="13589"/>
                    <a:pt x="70357" y="16129"/>
                  </a:cubicBezTo>
                  <a:cubicBezTo>
                    <a:pt x="64261" y="18669"/>
                    <a:pt x="58546" y="21717"/>
                    <a:pt x="53085" y="25400"/>
                  </a:cubicBezTo>
                  <a:cubicBezTo>
                    <a:pt x="47497" y="29083"/>
                    <a:pt x="42544" y="33148"/>
                    <a:pt x="37845" y="37847"/>
                  </a:cubicBezTo>
                  <a:cubicBezTo>
                    <a:pt x="33146" y="42546"/>
                    <a:pt x="29082" y="47626"/>
                    <a:pt x="25400" y="52960"/>
                  </a:cubicBezTo>
                  <a:cubicBezTo>
                    <a:pt x="21717" y="58421"/>
                    <a:pt x="18668" y="64136"/>
                    <a:pt x="16129" y="70359"/>
                  </a:cubicBezTo>
                  <a:lnTo>
                    <a:pt x="12318" y="68708"/>
                  </a:lnTo>
                  <a:lnTo>
                    <a:pt x="16129" y="70232"/>
                  </a:lnTo>
                  <a:cubicBezTo>
                    <a:pt x="13589" y="76328"/>
                    <a:pt x="11683" y="82551"/>
                    <a:pt x="10414" y="89028"/>
                  </a:cubicBezTo>
                  <a:lnTo>
                    <a:pt x="6350" y="88266"/>
                  </a:lnTo>
                  <a:lnTo>
                    <a:pt x="10414" y="89028"/>
                  </a:lnTo>
                  <a:cubicBezTo>
                    <a:pt x="9143" y="95505"/>
                    <a:pt x="8508" y="101982"/>
                    <a:pt x="8508" y="108586"/>
                  </a:cubicBezTo>
                  <a:close/>
                </a:path>
              </a:pathLst>
            </a:custGeom>
            <a:solidFill>
              <a:srgbClr val="C7D2FE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767054" y="2186124"/>
            <a:ext cx="44920" cy="261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334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38309" y="5713332"/>
            <a:ext cx="1761242" cy="300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065F46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Design Insight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641640" y="2045195"/>
            <a:ext cx="388001" cy="23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Peak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361161" y="2045195"/>
            <a:ext cx="387244" cy="23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Base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842789" y="9118144"/>
            <a:ext cx="2036331" cy="64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PARAMETER SENSITIVITY</a:t>
            </a:r>
          </a:p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Low Sensitivity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704444" y="2436561"/>
            <a:ext cx="2193534" cy="221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RECOMMENDED SETTINGS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5958386" y="614605"/>
            <a:ext cx="1213671" cy="221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 spc="66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 3D ANALYSIS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99285" y="5707081"/>
            <a:ext cx="230524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065F46"/>
                </a:solidFill>
                <a:latin typeface="Arimo"/>
                <a:ea typeface="Arimo"/>
                <a:cs typeface="Arimo"/>
                <a:sym typeface="Arimo"/>
              </a:rPr>
              <a:t>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125301" y="2161591"/>
            <a:ext cx="259343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⭐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2899285" y="6150405"/>
            <a:ext cx="3843748" cy="2027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8"/>
              </a:lnSpc>
            </a:pPr>
            <a:r>
              <a:rPr lang="en-US" sz="1557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The response surface reveals a plateau region where increasing solvent beyond ratio 2.5 yields negligible efficiency gains.</a:t>
            </a:r>
          </a:p>
          <a:p>
            <a:pPr algn="l">
              <a:lnSpc>
                <a:spcPts val="3892"/>
              </a:lnSpc>
            </a:pPr>
            <a:r>
              <a:rPr lang="en-US" sz="1557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Conclusion: Operating at the identified</a:t>
            </a:r>
          </a:p>
          <a:p>
            <a:pPr algn="l">
              <a:lnSpc>
                <a:spcPts val="1223"/>
              </a:lnSpc>
            </a:pPr>
            <a:r>
              <a:rPr lang="en-US" sz="1557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optimum minimizes solvent cost while</a:t>
            </a:r>
          </a:p>
          <a:p>
            <a:pPr algn="l">
              <a:lnSpc>
                <a:spcPts val="3892"/>
              </a:lnSpc>
            </a:pPr>
            <a:r>
              <a:rPr lang="en-US" sz="1557">
                <a:solidFill>
                  <a:srgbClr val="064E3B"/>
                </a:solidFill>
                <a:latin typeface="Arimo"/>
                <a:ea typeface="Arimo"/>
                <a:cs typeface="Arimo"/>
                <a:sym typeface="Arimo"/>
              </a:rPr>
              <a:t>maximizing recovery.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6661276" y="9452982"/>
            <a:ext cx="447749" cy="26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1F2937"/>
                </a:solidFill>
                <a:latin typeface="Arimo"/>
                <a:ea typeface="Arimo"/>
                <a:cs typeface="Arimo"/>
                <a:sym typeface="Arimo"/>
              </a:rPr>
              <a:t>High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704444" y="2032766"/>
            <a:ext cx="2246907" cy="344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2"/>
              </a:lnSpc>
            </a:pPr>
            <a:r>
              <a:rPr lang="en-US" sz="2002">
                <a:solidFill>
                  <a:srgbClr val="1E3A8A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Global Optimum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969917" y="3645795"/>
            <a:ext cx="1307455" cy="28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No. of Stages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969917" y="2911268"/>
            <a:ext cx="1806999" cy="28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Solvent Ratio (S/F)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969917" y="4366202"/>
            <a:ext cx="1961288" cy="28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Predicted Efficiency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609723" y="2680604"/>
            <a:ext cx="370741" cy="5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1957" spc="19">
                <a:solidFill>
                  <a:srgbClr val="1E40AF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2.2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825129" y="3400995"/>
            <a:ext cx="150876" cy="5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1957">
                <a:solidFill>
                  <a:srgbClr val="1E40AF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206572" y="4135522"/>
            <a:ext cx="781781" cy="547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1957" spc="3">
                <a:solidFill>
                  <a:srgbClr val="1E40AF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96.8%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954875" y="506820"/>
            <a:ext cx="5865299" cy="504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4004">
                <a:solidFill>
                  <a:srgbClr val="11182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Surface Optimization</a:t>
            </a:r>
          </a:p>
          <a:p>
            <a:pPr algn="l">
              <a:lnSpc>
                <a:spcPts val="3892"/>
              </a:lnSpc>
            </a:pP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3D RESPONSE SURFACE &amp; OPTIMAL OPERATING POINT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723773" y="572101"/>
            <a:ext cx="172901" cy="23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4338CA"/>
                </a:solidFill>
                <a:latin typeface="Arimo"/>
                <a:ea typeface="Arimo"/>
                <a:cs typeface="Arimo"/>
                <a:sym typeface="Arimo"/>
              </a:rPr>
              <a:t>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385017"/>
            <a:chOff x="0" y="0"/>
            <a:chExt cx="10819257" cy="6143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0692251" cy="6016882"/>
            </a:xfrm>
            <a:custGeom>
              <a:avLst/>
              <a:gdLst/>
              <a:ahLst/>
              <a:cxnLst/>
              <a:rect r="r" b="b" t="t" l="l"/>
              <a:pathLst>
                <a:path h="6016882" w="10692251">
                  <a:moveTo>
                    <a:pt x="0" y="0"/>
                  </a:moveTo>
                  <a:lnTo>
                    <a:pt x="0" y="6016882"/>
                  </a:lnTo>
                  <a:lnTo>
                    <a:pt x="10692251" y="601688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373" y="4408934"/>
              <a:ext cx="2089276" cy="1671321"/>
            </a:xfrm>
            <a:custGeom>
              <a:avLst/>
              <a:gdLst/>
              <a:ahLst/>
              <a:cxnLst/>
              <a:rect r="r" b="b" t="t" l="l"/>
              <a:pathLst>
                <a:path h="1671321" w="2089276">
                  <a:moveTo>
                    <a:pt x="835787" y="0"/>
                  </a:moveTo>
                  <a:cubicBezTo>
                    <a:pt x="815213" y="0"/>
                    <a:pt x="794766" y="508"/>
                    <a:pt x="774319" y="1524"/>
                  </a:cubicBezTo>
                  <a:cubicBezTo>
                    <a:pt x="753872" y="2541"/>
                    <a:pt x="733425" y="4064"/>
                    <a:pt x="712978" y="6097"/>
                  </a:cubicBezTo>
                  <a:cubicBezTo>
                    <a:pt x="692531" y="8129"/>
                    <a:pt x="672211" y="10668"/>
                    <a:pt x="651891" y="13589"/>
                  </a:cubicBezTo>
                  <a:cubicBezTo>
                    <a:pt x="631571" y="16510"/>
                    <a:pt x="611378" y="20066"/>
                    <a:pt x="591312" y="24130"/>
                  </a:cubicBezTo>
                  <a:cubicBezTo>
                    <a:pt x="571246" y="28194"/>
                    <a:pt x="551180" y="32639"/>
                    <a:pt x="531241" y="37592"/>
                  </a:cubicBezTo>
                  <a:cubicBezTo>
                    <a:pt x="511302" y="42545"/>
                    <a:pt x="491617" y="48006"/>
                    <a:pt x="471932" y="53975"/>
                  </a:cubicBezTo>
                  <a:cubicBezTo>
                    <a:pt x="452247" y="59944"/>
                    <a:pt x="432816" y="66422"/>
                    <a:pt x="413512" y="73279"/>
                  </a:cubicBezTo>
                  <a:cubicBezTo>
                    <a:pt x="394208" y="80137"/>
                    <a:pt x="375031" y="87630"/>
                    <a:pt x="356108" y="95377"/>
                  </a:cubicBezTo>
                  <a:cubicBezTo>
                    <a:pt x="337185" y="103124"/>
                    <a:pt x="318389" y="111506"/>
                    <a:pt x="299847" y="120269"/>
                  </a:cubicBezTo>
                  <a:cubicBezTo>
                    <a:pt x="281305" y="129032"/>
                    <a:pt x="263017" y="138304"/>
                    <a:pt x="244856" y="147955"/>
                  </a:cubicBezTo>
                  <a:cubicBezTo>
                    <a:pt x="226695" y="157607"/>
                    <a:pt x="208915" y="167767"/>
                    <a:pt x="191262" y="178308"/>
                  </a:cubicBezTo>
                  <a:cubicBezTo>
                    <a:pt x="173609" y="188849"/>
                    <a:pt x="156337" y="199772"/>
                    <a:pt x="139319" y="211201"/>
                  </a:cubicBezTo>
                  <a:cubicBezTo>
                    <a:pt x="122301" y="222631"/>
                    <a:pt x="105537" y="234442"/>
                    <a:pt x="89027" y="246635"/>
                  </a:cubicBezTo>
                  <a:cubicBezTo>
                    <a:pt x="72517" y="258826"/>
                    <a:pt x="56388" y="271526"/>
                    <a:pt x="40513" y="284480"/>
                  </a:cubicBezTo>
                  <a:cubicBezTo>
                    <a:pt x="26797" y="295783"/>
                    <a:pt x="13335" y="307341"/>
                    <a:pt x="0" y="319151"/>
                  </a:cubicBezTo>
                  <a:lnTo>
                    <a:pt x="127" y="319151"/>
                  </a:lnTo>
                  <a:lnTo>
                    <a:pt x="127" y="1671321"/>
                  </a:lnTo>
                  <a:lnTo>
                    <a:pt x="2017648" y="1671321"/>
                  </a:lnTo>
                  <a:cubicBezTo>
                    <a:pt x="2023998" y="1653414"/>
                    <a:pt x="2029840" y="1635507"/>
                    <a:pt x="2035301" y="1617346"/>
                  </a:cubicBezTo>
                  <a:cubicBezTo>
                    <a:pt x="2041270" y="1597661"/>
                    <a:pt x="2046731" y="1577976"/>
                    <a:pt x="2051684" y="1558037"/>
                  </a:cubicBezTo>
                  <a:cubicBezTo>
                    <a:pt x="2056637" y="1538098"/>
                    <a:pt x="2061209" y="1518159"/>
                    <a:pt x="2065146" y="1497966"/>
                  </a:cubicBezTo>
                  <a:cubicBezTo>
                    <a:pt x="2069083" y="1477773"/>
                    <a:pt x="2072639" y="1457580"/>
                    <a:pt x="2075687" y="1437387"/>
                  </a:cubicBezTo>
                  <a:cubicBezTo>
                    <a:pt x="2078735" y="1417194"/>
                    <a:pt x="2081148" y="1396747"/>
                    <a:pt x="2083180" y="1376300"/>
                  </a:cubicBezTo>
                  <a:cubicBezTo>
                    <a:pt x="2085212" y="1355853"/>
                    <a:pt x="2086736" y="1335406"/>
                    <a:pt x="2087752" y="1314959"/>
                  </a:cubicBezTo>
                  <a:cubicBezTo>
                    <a:pt x="2088768" y="1294512"/>
                    <a:pt x="2089276" y="1273938"/>
                    <a:pt x="2089276" y="1253491"/>
                  </a:cubicBezTo>
                  <a:cubicBezTo>
                    <a:pt x="2089276" y="1233044"/>
                    <a:pt x="2088768" y="1212470"/>
                    <a:pt x="2087752" y="1192023"/>
                  </a:cubicBezTo>
                  <a:cubicBezTo>
                    <a:pt x="2086736" y="1171576"/>
                    <a:pt x="2085212" y="1151129"/>
                    <a:pt x="2083180" y="1130682"/>
                  </a:cubicBezTo>
                  <a:cubicBezTo>
                    <a:pt x="2081148" y="1110235"/>
                    <a:pt x="2078608" y="1089915"/>
                    <a:pt x="2075687" y="1069595"/>
                  </a:cubicBezTo>
                  <a:cubicBezTo>
                    <a:pt x="2072766" y="1049275"/>
                    <a:pt x="2069210" y="1029082"/>
                    <a:pt x="2065146" y="1009016"/>
                  </a:cubicBezTo>
                  <a:cubicBezTo>
                    <a:pt x="2061082" y="988950"/>
                    <a:pt x="2056637" y="968884"/>
                    <a:pt x="2051684" y="948945"/>
                  </a:cubicBezTo>
                  <a:cubicBezTo>
                    <a:pt x="2046731" y="929006"/>
                    <a:pt x="2041270" y="909321"/>
                    <a:pt x="2035301" y="889636"/>
                  </a:cubicBezTo>
                  <a:cubicBezTo>
                    <a:pt x="2029332" y="869951"/>
                    <a:pt x="2022855" y="850520"/>
                    <a:pt x="2015997" y="831216"/>
                  </a:cubicBezTo>
                  <a:cubicBezTo>
                    <a:pt x="2009139" y="811912"/>
                    <a:pt x="2001646" y="792735"/>
                    <a:pt x="1993899" y="773812"/>
                  </a:cubicBezTo>
                  <a:cubicBezTo>
                    <a:pt x="1986152" y="754889"/>
                    <a:pt x="1977770" y="736093"/>
                    <a:pt x="1969007" y="717551"/>
                  </a:cubicBezTo>
                  <a:cubicBezTo>
                    <a:pt x="1960244" y="699009"/>
                    <a:pt x="1950973" y="680721"/>
                    <a:pt x="1941321" y="662560"/>
                  </a:cubicBezTo>
                  <a:cubicBezTo>
                    <a:pt x="1931669" y="644399"/>
                    <a:pt x="1921509" y="626619"/>
                    <a:pt x="1910968" y="609093"/>
                  </a:cubicBezTo>
                  <a:cubicBezTo>
                    <a:pt x="1900427" y="591567"/>
                    <a:pt x="1889505" y="574168"/>
                    <a:pt x="1878075" y="557150"/>
                  </a:cubicBezTo>
                  <a:cubicBezTo>
                    <a:pt x="1866645" y="540132"/>
                    <a:pt x="1854834" y="523368"/>
                    <a:pt x="1842642" y="506858"/>
                  </a:cubicBezTo>
                  <a:cubicBezTo>
                    <a:pt x="1830450" y="490348"/>
                    <a:pt x="1817750" y="474219"/>
                    <a:pt x="1804796" y="458344"/>
                  </a:cubicBezTo>
                  <a:cubicBezTo>
                    <a:pt x="1791842" y="442469"/>
                    <a:pt x="1778380" y="426975"/>
                    <a:pt x="1764664" y="411735"/>
                  </a:cubicBezTo>
                  <a:cubicBezTo>
                    <a:pt x="1750948" y="396494"/>
                    <a:pt x="1736724" y="381636"/>
                    <a:pt x="1722246" y="367157"/>
                  </a:cubicBezTo>
                  <a:cubicBezTo>
                    <a:pt x="1707768" y="352680"/>
                    <a:pt x="1692909" y="338455"/>
                    <a:pt x="1677669" y="324739"/>
                  </a:cubicBezTo>
                  <a:cubicBezTo>
                    <a:pt x="1662429" y="311024"/>
                    <a:pt x="1646935" y="297561"/>
                    <a:pt x="1631060" y="284607"/>
                  </a:cubicBezTo>
                  <a:cubicBezTo>
                    <a:pt x="1615185" y="271654"/>
                    <a:pt x="1599056" y="258954"/>
                    <a:pt x="1582546" y="246761"/>
                  </a:cubicBezTo>
                  <a:cubicBezTo>
                    <a:pt x="1566036" y="234569"/>
                    <a:pt x="1549272" y="222758"/>
                    <a:pt x="1532254" y="211329"/>
                  </a:cubicBezTo>
                  <a:cubicBezTo>
                    <a:pt x="1515236" y="199899"/>
                    <a:pt x="1497837" y="188976"/>
                    <a:pt x="1480311" y="178436"/>
                  </a:cubicBezTo>
                  <a:cubicBezTo>
                    <a:pt x="1462785" y="167894"/>
                    <a:pt x="1444878" y="157735"/>
                    <a:pt x="1426717" y="148082"/>
                  </a:cubicBezTo>
                  <a:cubicBezTo>
                    <a:pt x="1408556" y="138430"/>
                    <a:pt x="1390268" y="129160"/>
                    <a:pt x="1371726" y="120397"/>
                  </a:cubicBezTo>
                  <a:cubicBezTo>
                    <a:pt x="1353184" y="111633"/>
                    <a:pt x="1334388" y="103251"/>
                    <a:pt x="1315465" y="95505"/>
                  </a:cubicBezTo>
                  <a:cubicBezTo>
                    <a:pt x="1296542" y="87757"/>
                    <a:pt x="1277365" y="80264"/>
                    <a:pt x="1258061" y="73406"/>
                  </a:cubicBezTo>
                  <a:cubicBezTo>
                    <a:pt x="1238757" y="66549"/>
                    <a:pt x="1219326" y="60072"/>
                    <a:pt x="1199641" y="54102"/>
                  </a:cubicBezTo>
                  <a:cubicBezTo>
                    <a:pt x="1179956" y="48133"/>
                    <a:pt x="1160271" y="42673"/>
                    <a:pt x="1140332" y="37719"/>
                  </a:cubicBezTo>
                  <a:cubicBezTo>
                    <a:pt x="1120393" y="32767"/>
                    <a:pt x="1100454" y="28194"/>
                    <a:pt x="1080261" y="24257"/>
                  </a:cubicBezTo>
                  <a:cubicBezTo>
                    <a:pt x="1060069" y="20320"/>
                    <a:pt x="1039876" y="16764"/>
                    <a:pt x="1019683" y="13717"/>
                  </a:cubicBezTo>
                  <a:cubicBezTo>
                    <a:pt x="999490" y="10668"/>
                    <a:pt x="979043" y="8255"/>
                    <a:pt x="958596" y="6224"/>
                  </a:cubicBezTo>
                  <a:cubicBezTo>
                    <a:pt x="938149" y="4192"/>
                    <a:pt x="917702" y="2667"/>
                    <a:pt x="897255" y="1651"/>
                  </a:cubicBezTo>
                  <a:cubicBezTo>
                    <a:pt x="876808" y="636"/>
                    <a:pt x="856234" y="127"/>
                    <a:pt x="835787" y="127"/>
                  </a:cubicBezTo>
                  <a:close/>
                </a:path>
              </a:pathLst>
            </a:custGeom>
            <a:solidFill>
              <a:srgbClr val="F0F9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54393" y="2606104"/>
            <a:ext cx="6017640" cy="2318440"/>
            <a:chOff x="0" y="0"/>
            <a:chExt cx="4746752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46752" cy="1828800"/>
            </a:xfrm>
            <a:custGeom>
              <a:avLst/>
              <a:gdLst/>
              <a:ahLst/>
              <a:cxnLst/>
              <a:rect r="r" b="b" t="t" l="l"/>
              <a:pathLst>
                <a:path h="1828800" w="4746752">
                  <a:moveTo>
                    <a:pt x="4536186" y="45720"/>
                  </a:moveTo>
                  <a:cubicBezTo>
                    <a:pt x="4552442" y="45720"/>
                    <a:pt x="4568063" y="48768"/>
                    <a:pt x="4583049" y="54991"/>
                  </a:cubicBezTo>
                  <a:cubicBezTo>
                    <a:pt x="4598035" y="61214"/>
                    <a:pt x="4611370" y="70104"/>
                    <a:pt x="4622800" y="81661"/>
                  </a:cubicBezTo>
                  <a:cubicBezTo>
                    <a:pt x="4634230" y="93218"/>
                    <a:pt x="4643120" y="106426"/>
                    <a:pt x="4649343" y="121412"/>
                  </a:cubicBezTo>
                  <a:cubicBezTo>
                    <a:pt x="4655566" y="136398"/>
                    <a:pt x="4658741" y="152019"/>
                    <a:pt x="4658741" y="168275"/>
                  </a:cubicBezTo>
                  <a:lnTo>
                    <a:pt x="4658741" y="1572260"/>
                  </a:lnTo>
                  <a:cubicBezTo>
                    <a:pt x="4658741" y="1588516"/>
                    <a:pt x="4655566" y="1604137"/>
                    <a:pt x="4649343" y="1619123"/>
                  </a:cubicBezTo>
                  <a:cubicBezTo>
                    <a:pt x="4643120" y="1634109"/>
                    <a:pt x="4634230" y="1647444"/>
                    <a:pt x="4622800" y="1658874"/>
                  </a:cubicBezTo>
                  <a:cubicBezTo>
                    <a:pt x="4611370" y="1670304"/>
                    <a:pt x="4598035" y="1679194"/>
                    <a:pt x="4583049" y="1685417"/>
                  </a:cubicBezTo>
                  <a:cubicBezTo>
                    <a:pt x="4568063" y="1691640"/>
                    <a:pt x="4552442" y="1694688"/>
                    <a:pt x="4536186" y="1694688"/>
                  </a:cubicBezTo>
                  <a:lnTo>
                    <a:pt x="212979" y="1694688"/>
                  </a:lnTo>
                  <a:cubicBezTo>
                    <a:pt x="196723" y="1694688"/>
                    <a:pt x="181102" y="1691640"/>
                    <a:pt x="166116" y="1685417"/>
                  </a:cubicBezTo>
                  <a:cubicBezTo>
                    <a:pt x="151130" y="1679194"/>
                    <a:pt x="137795" y="1670304"/>
                    <a:pt x="126365" y="1658874"/>
                  </a:cubicBezTo>
                  <a:cubicBezTo>
                    <a:pt x="114935" y="1647444"/>
                    <a:pt x="106045" y="1634109"/>
                    <a:pt x="99822" y="1619123"/>
                  </a:cubicBezTo>
                  <a:cubicBezTo>
                    <a:pt x="93599" y="1604137"/>
                    <a:pt x="90551" y="1588516"/>
                    <a:pt x="90551" y="1572260"/>
                  </a:cubicBezTo>
                  <a:lnTo>
                    <a:pt x="90551" y="168275"/>
                  </a:lnTo>
                  <a:cubicBezTo>
                    <a:pt x="90551" y="152019"/>
                    <a:pt x="93599" y="136398"/>
                    <a:pt x="99822" y="121412"/>
                  </a:cubicBezTo>
                  <a:cubicBezTo>
                    <a:pt x="106045" y="106426"/>
                    <a:pt x="114808" y="93091"/>
                    <a:pt x="126238" y="81661"/>
                  </a:cubicBezTo>
                  <a:cubicBezTo>
                    <a:pt x="137668" y="70231"/>
                    <a:pt x="151003" y="61341"/>
                    <a:pt x="165989" y="55118"/>
                  </a:cubicBezTo>
                  <a:cubicBezTo>
                    <a:pt x="180975" y="48895"/>
                    <a:pt x="196596" y="45847"/>
                    <a:pt x="212852" y="45847"/>
                  </a:cubicBezTo>
                  <a:close/>
                  <a:moveTo>
                    <a:pt x="0" y="0"/>
                  </a:moveTo>
                  <a:lnTo>
                    <a:pt x="0" y="1828800"/>
                  </a:lnTo>
                  <a:lnTo>
                    <a:pt x="4746752" y="1828800"/>
                  </a:lnTo>
                  <a:lnTo>
                    <a:pt x="4746752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47053" y="2498763"/>
            <a:ext cx="6232305" cy="2533105"/>
          </a:xfrm>
          <a:custGeom>
            <a:avLst/>
            <a:gdLst/>
            <a:ahLst/>
            <a:cxnLst/>
            <a:rect r="r" b="b" t="t" l="l"/>
            <a:pathLst>
              <a:path h="2533105" w="6232305">
                <a:moveTo>
                  <a:pt x="0" y="0"/>
                </a:moveTo>
                <a:lnTo>
                  <a:pt x="6232305" y="0"/>
                </a:lnTo>
                <a:lnTo>
                  <a:pt x="6232305" y="2533105"/>
                </a:lnTo>
                <a:lnTo>
                  <a:pt x="0" y="25331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54393" y="5006977"/>
            <a:ext cx="6017640" cy="2019619"/>
            <a:chOff x="0" y="0"/>
            <a:chExt cx="4746752" cy="15930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746752" cy="1593088"/>
            </a:xfrm>
            <a:custGeom>
              <a:avLst/>
              <a:gdLst/>
              <a:ahLst/>
              <a:cxnLst/>
              <a:rect r="r" b="b" t="t" l="l"/>
              <a:pathLst>
                <a:path h="1593088" w="4746752">
                  <a:moveTo>
                    <a:pt x="4536186" y="46101"/>
                  </a:moveTo>
                  <a:cubicBezTo>
                    <a:pt x="4552442" y="46101"/>
                    <a:pt x="4568063" y="49276"/>
                    <a:pt x="4583049" y="55372"/>
                  </a:cubicBezTo>
                  <a:cubicBezTo>
                    <a:pt x="4598035" y="61468"/>
                    <a:pt x="4611370" y="70485"/>
                    <a:pt x="4622800" y="81915"/>
                  </a:cubicBezTo>
                  <a:cubicBezTo>
                    <a:pt x="4634230" y="93345"/>
                    <a:pt x="4643120" y="106680"/>
                    <a:pt x="4649343" y="121666"/>
                  </a:cubicBezTo>
                  <a:cubicBezTo>
                    <a:pt x="4655566" y="136652"/>
                    <a:pt x="4658741" y="152273"/>
                    <a:pt x="4658741" y="168529"/>
                  </a:cubicBezTo>
                  <a:lnTo>
                    <a:pt x="4658741" y="1338580"/>
                  </a:lnTo>
                  <a:cubicBezTo>
                    <a:pt x="4658741" y="1354836"/>
                    <a:pt x="4655566" y="1370457"/>
                    <a:pt x="4649343" y="1385443"/>
                  </a:cubicBezTo>
                  <a:cubicBezTo>
                    <a:pt x="4643120" y="1400429"/>
                    <a:pt x="4634230" y="1413764"/>
                    <a:pt x="4622800" y="1425194"/>
                  </a:cubicBezTo>
                  <a:cubicBezTo>
                    <a:pt x="4611370" y="1436624"/>
                    <a:pt x="4598035" y="1445514"/>
                    <a:pt x="4583049" y="1451737"/>
                  </a:cubicBezTo>
                  <a:cubicBezTo>
                    <a:pt x="4568063" y="1457960"/>
                    <a:pt x="4552442" y="1461008"/>
                    <a:pt x="4536186" y="1461008"/>
                  </a:cubicBezTo>
                  <a:lnTo>
                    <a:pt x="212979" y="1461008"/>
                  </a:lnTo>
                  <a:cubicBezTo>
                    <a:pt x="196723" y="1461008"/>
                    <a:pt x="181102" y="1457960"/>
                    <a:pt x="166116" y="1451737"/>
                  </a:cubicBezTo>
                  <a:cubicBezTo>
                    <a:pt x="151130" y="1445514"/>
                    <a:pt x="137795" y="1436624"/>
                    <a:pt x="126365" y="1425194"/>
                  </a:cubicBezTo>
                  <a:cubicBezTo>
                    <a:pt x="114935" y="1413764"/>
                    <a:pt x="106045" y="1400429"/>
                    <a:pt x="99822" y="1385443"/>
                  </a:cubicBezTo>
                  <a:cubicBezTo>
                    <a:pt x="93599" y="1370457"/>
                    <a:pt x="90551" y="1354836"/>
                    <a:pt x="90551" y="1338580"/>
                  </a:cubicBezTo>
                  <a:lnTo>
                    <a:pt x="90551" y="168656"/>
                  </a:lnTo>
                  <a:cubicBezTo>
                    <a:pt x="90551" y="152400"/>
                    <a:pt x="93599" y="136779"/>
                    <a:pt x="99822" y="121793"/>
                  </a:cubicBezTo>
                  <a:cubicBezTo>
                    <a:pt x="106045" y="106807"/>
                    <a:pt x="114808" y="93472"/>
                    <a:pt x="126238" y="81915"/>
                  </a:cubicBezTo>
                  <a:cubicBezTo>
                    <a:pt x="137668" y="70358"/>
                    <a:pt x="151003" y="61595"/>
                    <a:pt x="165989" y="55372"/>
                  </a:cubicBezTo>
                  <a:cubicBezTo>
                    <a:pt x="180975" y="49149"/>
                    <a:pt x="196596" y="46101"/>
                    <a:pt x="212852" y="46101"/>
                  </a:cubicBezTo>
                  <a:close/>
                  <a:moveTo>
                    <a:pt x="0" y="0"/>
                  </a:moveTo>
                  <a:lnTo>
                    <a:pt x="0" y="1593088"/>
                  </a:lnTo>
                  <a:lnTo>
                    <a:pt x="4746752" y="1593088"/>
                  </a:lnTo>
                  <a:lnTo>
                    <a:pt x="4746752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47053" y="4899637"/>
            <a:ext cx="6232305" cy="2234284"/>
          </a:xfrm>
          <a:custGeom>
            <a:avLst/>
            <a:gdLst/>
            <a:ahLst/>
            <a:cxnLst/>
            <a:rect r="r" b="b" t="t" l="l"/>
            <a:pathLst>
              <a:path h="2234284" w="6232305">
                <a:moveTo>
                  <a:pt x="0" y="0"/>
                </a:moveTo>
                <a:lnTo>
                  <a:pt x="6232305" y="0"/>
                </a:lnTo>
                <a:lnTo>
                  <a:pt x="6232305" y="2234284"/>
                </a:lnTo>
                <a:lnTo>
                  <a:pt x="0" y="2234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4393" y="7114182"/>
            <a:ext cx="6017640" cy="2035075"/>
            <a:chOff x="0" y="0"/>
            <a:chExt cx="4746752" cy="160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46752" cy="1605280"/>
            </a:xfrm>
            <a:custGeom>
              <a:avLst/>
              <a:gdLst/>
              <a:ahLst/>
              <a:cxnLst/>
              <a:rect r="r" b="b" t="t" l="l"/>
              <a:pathLst>
                <a:path h="1605280" w="4746752">
                  <a:moveTo>
                    <a:pt x="4536186" y="44069"/>
                  </a:moveTo>
                  <a:cubicBezTo>
                    <a:pt x="4552442" y="44069"/>
                    <a:pt x="4568063" y="47117"/>
                    <a:pt x="4583049" y="53467"/>
                  </a:cubicBezTo>
                  <a:cubicBezTo>
                    <a:pt x="4598035" y="59817"/>
                    <a:pt x="4611370" y="68453"/>
                    <a:pt x="4622800" y="80010"/>
                  </a:cubicBezTo>
                  <a:cubicBezTo>
                    <a:pt x="4634230" y="91567"/>
                    <a:pt x="4643120" y="104775"/>
                    <a:pt x="4649343" y="119761"/>
                  </a:cubicBezTo>
                  <a:cubicBezTo>
                    <a:pt x="4655566" y="134747"/>
                    <a:pt x="4658741" y="150368"/>
                    <a:pt x="4658741" y="166624"/>
                  </a:cubicBezTo>
                  <a:lnTo>
                    <a:pt x="4658741" y="1347724"/>
                  </a:lnTo>
                  <a:cubicBezTo>
                    <a:pt x="4658741" y="1363980"/>
                    <a:pt x="4655566" y="1379601"/>
                    <a:pt x="4649343" y="1394587"/>
                  </a:cubicBezTo>
                  <a:cubicBezTo>
                    <a:pt x="4643120" y="1409573"/>
                    <a:pt x="4634230" y="1422908"/>
                    <a:pt x="4622800" y="1434338"/>
                  </a:cubicBezTo>
                  <a:cubicBezTo>
                    <a:pt x="4611370" y="1445768"/>
                    <a:pt x="4598035" y="1454658"/>
                    <a:pt x="4583049" y="1460881"/>
                  </a:cubicBezTo>
                  <a:cubicBezTo>
                    <a:pt x="4568063" y="1467104"/>
                    <a:pt x="4552442" y="1470279"/>
                    <a:pt x="4536186" y="1470279"/>
                  </a:cubicBezTo>
                  <a:lnTo>
                    <a:pt x="212979" y="1470279"/>
                  </a:lnTo>
                  <a:cubicBezTo>
                    <a:pt x="196723" y="1470279"/>
                    <a:pt x="181102" y="1467104"/>
                    <a:pt x="166116" y="1460881"/>
                  </a:cubicBezTo>
                  <a:cubicBezTo>
                    <a:pt x="151130" y="1454658"/>
                    <a:pt x="137795" y="1445768"/>
                    <a:pt x="126365" y="1434338"/>
                  </a:cubicBezTo>
                  <a:cubicBezTo>
                    <a:pt x="114935" y="1422908"/>
                    <a:pt x="106045" y="1409573"/>
                    <a:pt x="99822" y="1394587"/>
                  </a:cubicBezTo>
                  <a:cubicBezTo>
                    <a:pt x="93599" y="1379601"/>
                    <a:pt x="90551" y="1363980"/>
                    <a:pt x="90551" y="1347724"/>
                  </a:cubicBezTo>
                  <a:lnTo>
                    <a:pt x="90551" y="166624"/>
                  </a:lnTo>
                  <a:cubicBezTo>
                    <a:pt x="90551" y="150368"/>
                    <a:pt x="93599" y="134747"/>
                    <a:pt x="99822" y="119761"/>
                  </a:cubicBezTo>
                  <a:cubicBezTo>
                    <a:pt x="106045" y="104775"/>
                    <a:pt x="114808" y="91440"/>
                    <a:pt x="126238" y="80010"/>
                  </a:cubicBezTo>
                  <a:cubicBezTo>
                    <a:pt x="137668" y="68580"/>
                    <a:pt x="151003" y="59690"/>
                    <a:pt x="165989" y="53467"/>
                  </a:cubicBezTo>
                  <a:cubicBezTo>
                    <a:pt x="180975" y="47244"/>
                    <a:pt x="196596" y="44069"/>
                    <a:pt x="212852" y="44069"/>
                  </a:cubicBezTo>
                  <a:close/>
                  <a:moveTo>
                    <a:pt x="0" y="0"/>
                  </a:moveTo>
                  <a:lnTo>
                    <a:pt x="0" y="1605280"/>
                  </a:lnTo>
                  <a:lnTo>
                    <a:pt x="4746752" y="1605280"/>
                  </a:lnTo>
                  <a:lnTo>
                    <a:pt x="4746752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47053" y="7006841"/>
            <a:ext cx="6232305" cy="2249740"/>
          </a:xfrm>
          <a:custGeom>
            <a:avLst/>
            <a:gdLst/>
            <a:ahLst/>
            <a:cxnLst/>
            <a:rect r="r" b="b" t="t" l="l"/>
            <a:pathLst>
              <a:path h="2249740" w="6232305">
                <a:moveTo>
                  <a:pt x="0" y="0"/>
                </a:moveTo>
                <a:lnTo>
                  <a:pt x="6232305" y="0"/>
                </a:lnTo>
                <a:lnTo>
                  <a:pt x="6232305" y="2249740"/>
                </a:lnTo>
                <a:lnTo>
                  <a:pt x="0" y="224974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232245" y="1695069"/>
            <a:ext cx="5285721" cy="8266189"/>
            <a:chOff x="0" y="0"/>
            <a:chExt cx="3127058" cy="48903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7691" y="67691"/>
              <a:ext cx="2991740" cy="4755013"/>
            </a:xfrm>
            <a:custGeom>
              <a:avLst/>
              <a:gdLst/>
              <a:ahLst/>
              <a:cxnLst/>
              <a:rect r="r" b="b" t="t" l="l"/>
              <a:pathLst>
                <a:path h="4755013" w="2991740">
                  <a:moveTo>
                    <a:pt x="0" y="4625473"/>
                  </a:moveTo>
                  <a:lnTo>
                    <a:pt x="0" y="129540"/>
                  </a:lnTo>
                  <a:cubicBezTo>
                    <a:pt x="0" y="121031"/>
                    <a:pt x="889" y="112649"/>
                    <a:pt x="2540" y="104267"/>
                  </a:cubicBezTo>
                  <a:cubicBezTo>
                    <a:pt x="4191" y="95885"/>
                    <a:pt x="6604" y="87884"/>
                    <a:pt x="9906" y="80010"/>
                  </a:cubicBezTo>
                  <a:cubicBezTo>
                    <a:pt x="13208" y="72136"/>
                    <a:pt x="17145" y="64643"/>
                    <a:pt x="21844" y="57658"/>
                  </a:cubicBezTo>
                  <a:cubicBezTo>
                    <a:pt x="26543" y="50673"/>
                    <a:pt x="31877" y="44069"/>
                    <a:pt x="37973" y="37973"/>
                  </a:cubicBezTo>
                  <a:cubicBezTo>
                    <a:pt x="44069" y="31877"/>
                    <a:pt x="50546" y="26543"/>
                    <a:pt x="57658" y="21844"/>
                  </a:cubicBezTo>
                  <a:cubicBezTo>
                    <a:pt x="64770" y="17145"/>
                    <a:pt x="72136" y="13081"/>
                    <a:pt x="80010" y="9906"/>
                  </a:cubicBezTo>
                  <a:cubicBezTo>
                    <a:pt x="87884" y="6731"/>
                    <a:pt x="96012" y="4191"/>
                    <a:pt x="104267" y="2540"/>
                  </a:cubicBezTo>
                  <a:cubicBezTo>
                    <a:pt x="112522" y="889"/>
                    <a:pt x="121031" y="0"/>
                    <a:pt x="129540" y="0"/>
                  </a:cubicBezTo>
                  <a:lnTo>
                    <a:pt x="2862201" y="0"/>
                  </a:lnTo>
                  <a:cubicBezTo>
                    <a:pt x="2870709" y="0"/>
                    <a:pt x="2879092" y="889"/>
                    <a:pt x="2887474" y="2540"/>
                  </a:cubicBezTo>
                  <a:cubicBezTo>
                    <a:pt x="2895855" y="4191"/>
                    <a:pt x="2903856" y="6604"/>
                    <a:pt x="2911730" y="9906"/>
                  </a:cubicBezTo>
                  <a:cubicBezTo>
                    <a:pt x="2919605" y="13208"/>
                    <a:pt x="2927098" y="17145"/>
                    <a:pt x="2934083" y="21844"/>
                  </a:cubicBezTo>
                  <a:cubicBezTo>
                    <a:pt x="2941068" y="26543"/>
                    <a:pt x="2947671" y="31877"/>
                    <a:pt x="2953768" y="37973"/>
                  </a:cubicBezTo>
                  <a:cubicBezTo>
                    <a:pt x="2959864" y="44069"/>
                    <a:pt x="2965198" y="50546"/>
                    <a:pt x="2969896" y="57658"/>
                  </a:cubicBezTo>
                  <a:cubicBezTo>
                    <a:pt x="2974596" y="64770"/>
                    <a:pt x="2978659" y="72136"/>
                    <a:pt x="2981834" y="80010"/>
                  </a:cubicBezTo>
                  <a:cubicBezTo>
                    <a:pt x="2985009" y="87884"/>
                    <a:pt x="2987549" y="96012"/>
                    <a:pt x="2989201" y="104267"/>
                  </a:cubicBezTo>
                  <a:cubicBezTo>
                    <a:pt x="2990852" y="112522"/>
                    <a:pt x="2991740" y="121031"/>
                    <a:pt x="2991740" y="129540"/>
                  </a:cubicBezTo>
                  <a:lnTo>
                    <a:pt x="2991740" y="4625473"/>
                  </a:lnTo>
                  <a:cubicBezTo>
                    <a:pt x="2991740" y="4633982"/>
                    <a:pt x="2990852" y="4642364"/>
                    <a:pt x="2989201" y="4650746"/>
                  </a:cubicBezTo>
                  <a:cubicBezTo>
                    <a:pt x="2987549" y="4659128"/>
                    <a:pt x="2985136" y="4667129"/>
                    <a:pt x="2981834" y="4675003"/>
                  </a:cubicBezTo>
                  <a:cubicBezTo>
                    <a:pt x="2978533" y="4682877"/>
                    <a:pt x="2974596" y="4690370"/>
                    <a:pt x="2969896" y="4697355"/>
                  </a:cubicBezTo>
                  <a:cubicBezTo>
                    <a:pt x="2965198" y="4704340"/>
                    <a:pt x="2959864" y="4710944"/>
                    <a:pt x="2953768" y="4717040"/>
                  </a:cubicBezTo>
                  <a:cubicBezTo>
                    <a:pt x="2947671" y="4723136"/>
                    <a:pt x="2941195" y="4728470"/>
                    <a:pt x="2934083" y="4733169"/>
                  </a:cubicBezTo>
                  <a:cubicBezTo>
                    <a:pt x="2926971" y="4737868"/>
                    <a:pt x="2919605" y="4741932"/>
                    <a:pt x="2911730" y="4745107"/>
                  </a:cubicBezTo>
                  <a:cubicBezTo>
                    <a:pt x="2903856" y="4748282"/>
                    <a:pt x="2895729" y="4750822"/>
                    <a:pt x="2887474" y="4752473"/>
                  </a:cubicBezTo>
                  <a:cubicBezTo>
                    <a:pt x="2879218" y="4754124"/>
                    <a:pt x="2870709" y="4755013"/>
                    <a:pt x="2862201" y="4755013"/>
                  </a:cubicBezTo>
                  <a:lnTo>
                    <a:pt x="129540" y="4755013"/>
                  </a:lnTo>
                  <a:cubicBezTo>
                    <a:pt x="121031" y="4755013"/>
                    <a:pt x="112649" y="4754124"/>
                    <a:pt x="104267" y="4752473"/>
                  </a:cubicBezTo>
                  <a:cubicBezTo>
                    <a:pt x="95885" y="4750822"/>
                    <a:pt x="87884" y="4748409"/>
                    <a:pt x="80010" y="4745107"/>
                  </a:cubicBezTo>
                  <a:cubicBezTo>
                    <a:pt x="72136" y="4741805"/>
                    <a:pt x="64643" y="4737868"/>
                    <a:pt x="57658" y="4733169"/>
                  </a:cubicBezTo>
                  <a:cubicBezTo>
                    <a:pt x="50673" y="4728470"/>
                    <a:pt x="44069" y="4723136"/>
                    <a:pt x="37973" y="4717040"/>
                  </a:cubicBezTo>
                  <a:cubicBezTo>
                    <a:pt x="31877" y="4710944"/>
                    <a:pt x="26543" y="4704467"/>
                    <a:pt x="21844" y="4697355"/>
                  </a:cubicBezTo>
                  <a:cubicBezTo>
                    <a:pt x="17145" y="4690243"/>
                    <a:pt x="13081" y="4682877"/>
                    <a:pt x="9906" y="4675003"/>
                  </a:cubicBezTo>
                  <a:cubicBezTo>
                    <a:pt x="6731" y="4667129"/>
                    <a:pt x="4191" y="4659001"/>
                    <a:pt x="2540" y="4650746"/>
                  </a:cubicBezTo>
                  <a:cubicBezTo>
                    <a:pt x="889" y="4642491"/>
                    <a:pt x="0" y="4633982"/>
                    <a:pt x="0" y="4625473"/>
                  </a:cubicBezTo>
                  <a:close/>
                </a:path>
              </a:pathLst>
            </a:custGeom>
            <a:solidFill>
              <a:srgbClr val="F8FAF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500" y="63500"/>
              <a:ext cx="3000122" cy="4763268"/>
            </a:xfrm>
            <a:custGeom>
              <a:avLst/>
              <a:gdLst/>
              <a:ahLst/>
              <a:cxnLst/>
              <a:rect r="r" b="b" t="t" l="l"/>
              <a:pathLst>
                <a:path h="4763268" w="3000122">
                  <a:moveTo>
                    <a:pt x="0" y="4629664"/>
                  </a:moveTo>
                  <a:lnTo>
                    <a:pt x="0" y="133731"/>
                  </a:lnTo>
                  <a:lnTo>
                    <a:pt x="4191" y="133731"/>
                  </a:lnTo>
                  <a:lnTo>
                    <a:pt x="0" y="133731"/>
                  </a:lnTo>
                  <a:cubicBezTo>
                    <a:pt x="0" y="124968"/>
                    <a:pt x="889" y="116205"/>
                    <a:pt x="2540" y="107696"/>
                  </a:cubicBezTo>
                  <a:lnTo>
                    <a:pt x="6604" y="108458"/>
                  </a:lnTo>
                  <a:lnTo>
                    <a:pt x="2540" y="107696"/>
                  </a:lnTo>
                  <a:cubicBezTo>
                    <a:pt x="4191" y="99060"/>
                    <a:pt x="6731" y="90678"/>
                    <a:pt x="10160" y="82550"/>
                  </a:cubicBezTo>
                  <a:lnTo>
                    <a:pt x="13970" y="84201"/>
                  </a:lnTo>
                  <a:lnTo>
                    <a:pt x="10160" y="82550"/>
                  </a:lnTo>
                  <a:cubicBezTo>
                    <a:pt x="13462" y="74422"/>
                    <a:pt x="17653" y="66675"/>
                    <a:pt x="22479" y="59436"/>
                  </a:cubicBezTo>
                  <a:cubicBezTo>
                    <a:pt x="27305" y="52070"/>
                    <a:pt x="32893" y="45339"/>
                    <a:pt x="39116" y="39116"/>
                  </a:cubicBezTo>
                  <a:lnTo>
                    <a:pt x="42037" y="42037"/>
                  </a:lnTo>
                  <a:lnTo>
                    <a:pt x="39116" y="39116"/>
                  </a:lnTo>
                  <a:cubicBezTo>
                    <a:pt x="45339" y="32893"/>
                    <a:pt x="52070" y="27305"/>
                    <a:pt x="59436" y="22479"/>
                  </a:cubicBezTo>
                  <a:cubicBezTo>
                    <a:pt x="66675" y="17653"/>
                    <a:pt x="74422" y="13462"/>
                    <a:pt x="82550" y="10160"/>
                  </a:cubicBezTo>
                  <a:lnTo>
                    <a:pt x="84201" y="13970"/>
                  </a:lnTo>
                  <a:lnTo>
                    <a:pt x="82550" y="10160"/>
                  </a:lnTo>
                  <a:cubicBezTo>
                    <a:pt x="90678" y="6858"/>
                    <a:pt x="99060" y="4318"/>
                    <a:pt x="107696" y="2540"/>
                  </a:cubicBezTo>
                  <a:lnTo>
                    <a:pt x="108458" y="6604"/>
                  </a:lnTo>
                  <a:lnTo>
                    <a:pt x="107696" y="2540"/>
                  </a:lnTo>
                  <a:cubicBezTo>
                    <a:pt x="116332" y="762"/>
                    <a:pt x="124968" y="0"/>
                    <a:pt x="133731" y="0"/>
                  </a:cubicBezTo>
                  <a:lnTo>
                    <a:pt x="133731" y="4191"/>
                  </a:lnTo>
                  <a:lnTo>
                    <a:pt x="133731" y="0"/>
                  </a:lnTo>
                  <a:lnTo>
                    <a:pt x="2866392" y="0"/>
                  </a:lnTo>
                  <a:lnTo>
                    <a:pt x="2866392" y="4191"/>
                  </a:lnTo>
                  <a:lnTo>
                    <a:pt x="2866392" y="0"/>
                  </a:lnTo>
                  <a:cubicBezTo>
                    <a:pt x="2875155" y="0"/>
                    <a:pt x="2883918" y="889"/>
                    <a:pt x="2892427" y="2540"/>
                  </a:cubicBezTo>
                  <a:lnTo>
                    <a:pt x="2891665" y="6604"/>
                  </a:lnTo>
                  <a:lnTo>
                    <a:pt x="2892427" y="2540"/>
                  </a:lnTo>
                  <a:cubicBezTo>
                    <a:pt x="2901062" y="4191"/>
                    <a:pt x="2909445" y="6731"/>
                    <a:pt x="2917572" y="10160"/>
                  </a:cubicBezTo>
                  <a:lnTo>
                    <a:pt x="2915921" y="13970"/>
                  </a:lnTo>
                  <a:lnTo>
                    <a:pt x="2917572" y="10160"/>
                  </a:lnTo>
                  <a:cubicBezTo>
                    <a:pt x="2925700" y="13462"/>
                    <a:pt x="2933447" y="17653"/>
                    <a:pt x="2940687" y="22479"/>
                  </a:cubicBezTo>
                  <a:cubicBezTo>
                    <a:pt x="2947925" y="27305"/>
                    <a:pt x="2954784" y="32893"/>
                    <a:pt x="2961006" y="39116"/>
                  </a:cubicBezTo>
                  <a:lnTo>
                    <a:pt x="2958086" y="42037"/>
                  </a:lnTo>
                  <a:lnTo>
                    <a:pt x="2961006" y="39116"/>
                  </a:lnTo>
                  <a:cubicBezTo>
                    <a:pt x="2967230" y="45339"/>
                    <a:pt x="2972818" y="52070"/>
                    <a:pt x="2977643" y="59436"/>
                  </a:cubicBezTo>
                  <a:cubicBezTo>
                    <a:pt x="2982470" y="66675"/>
                    <a:pt x="2986661" y="74422"/>
                    <a:pt x="2989962" y="82550"/>
                  </a:cubicBezTo>
                  <a:cubicBezTo>
                    <a:pt x="2993265" y="90678"/>
                    <a:pt x="2995805" y="99060"/>
                    <a:pt x="2997583" y="107696"/>
                  </a:cubicBezTo>
                  <a:lnTo>
                    <a:pt x="2993518" y="108458"/>
                  </a:lnTo>
                  <a:lnTo>
                    <a:pt x="2997583" y="107696"/>
                  </a:lnTo>
                  <a:cubicBezTo>
                    <a:pt x="2999361" y="116332"/>
                    <a:pt x="3000122" y="124968"/>
                    <a:pt x="3000122" y="133731"/>
                  </a:cubicBezTo>
                  <a:lnTo>
                    <a:pt x="2995931" y="133731"/>
                  </a:lnTo>
                  <a:lnTo>
                    <a:pt x="3000122" y="133731"/>
                  </a:lnTo>
                  <a:lnTo>
                    <a:pt x="3000122" y="4629664"/>
                  </a:lnTo>
                  <a:lnTo>
                    <a:pt x="2995931" y="4629664"/>
                  </a:lnTo>
                  <a:lnTo>
                    <a:pt x="3000122" y="4629664"/>
                  </a:lnTo>
                  <a:cubicBezTo>
                    <a:pt x="3000122" y="4638427"/>
                    <a:pt x="2999234" y="4647190"/>
                    <a:pt x="2997583" y="4655699"/>
                  </a:cubicBezTo>
                  <a:lnTo>
                    <a:pt x="2993518" y="4654937"/>
                  </a:lnTo>
                  <a:lnTo>
                    <a:pt x="2997583" y="4655699"/>
                  </a:lnTo>
                  <a:cubicBezTo>
                    <a:pt x="2995805" y="4664335"/>
                    <a:pt x="2993392" y="4672717"/>
                    <a:pt x="2989962" y="4680718"/>
                  </a:cubicBezTo>
                  <a:cubicBezTo>
                    <a:pt x="2986661" y="4688846"/>
                    <a:pt x="2982470" y="4696466"/>
                    <a:pt x="2977643" y="4703832"/>
                  </a:cubicBezTo>
                  <a:cubicBezTo>
                    <a:pt x="2972818" y="4711071"/>
                    <a:pt x="2967230" y="4717929"/>
                    <a:pt x="2961006" y="4724152"/>
                  </a:cubicBezTo>
                  <a:cubicBezTo>
                    <a:pt x="2954784" y="4730375"/>
                    <a:pt x="2948053" y="4735963"/>
                    <a:pt x="2940687" y="4740789"/>
                  </a:cubicBezTo>
                  <a:cubicBezTo>
                    <a:pt x="2933447" y="4745615"/>
                    <a:pt x="2925700" y="4749806"/>
                    <a:pt x="2917572" y="4753108"/>
                  </a:cubicBezTo>
                  <a:cubicBezTo>
                    <a:pt x="2909445" y="4756410"/>
                    <a:pt x="2901062" y="4758950"/>
                    <a:pt x="2892427" y="4760728"/>
                  </a:cubicBezTo>
                  <a:lnTo>
                    <a:pt x="2891665" y="4756664"/>
                  </a:lnTo>
                  <a:lnTo>
                    <a:pt x="2892427" y="4760728"/>
                  </a:lnTo>
                  <a:cubicBezTo>
                    <a:pt x="2883790" y="4762506"/>
                    <a:pt x="2875155" y="4763268"/>
                    <a:pt x="2866392" y="4763268"/>
                  </a:cubicBezTo>
                  <a:lnTo>
                    <a:pt x="2866392" y="4759077"/>
                  </a:lnTo>
                  <a:lnTo>
                    <a:pt x="2866392" y="4763268"/>
                  </a:lnTo>
                  <a:lnTo>
                    <a:pt x="133731" y="4763268"/>
                  </a:lnTo>
                  <a:lnTo>
                    <a:pt x="133731" y="4759077"/>
                  </a:lnTo>
                  <a:lnTo>
                    <a:pt x="133731" y="4763268"/>
                  </a:lnTo>
                  <a:cubicBezTo>
                    <a:pt x="124968" y="4763268"/>
                    <a:pt x="116205" y="4762379"/>
                    <a:pt x="107696" y="4760728"/>
                  </a:cubicBezTo>
                  <a:lnTo>
                    <a:pt x="108458" y="4756664"/>
                  </a:lnTo>
                  <a:lnTo>
                    <a:pt x="107696" y="4760728"/>
                  </a:lnTo>
                  <a:cubicBezTo>
                    <a:pt x="99060" y="4759077"/>
                    <a:pt x="90678" y="4756537"/>
                    <a:pt x="82550" y="4753108"/>
                  </a:cubicBezTo>
                  <a:cubicBezTo>
                    <a:pt x="74422" y="4749806"/>
                    <a:pt x="66675" y="4745615"/>
                    <a:pt x="59436" y="4740789"/>
                  </a:cubicBezTo>
                  <a:cubicBezTo>
                    <a:pt x="52070" y="4735963"/>
                    <a:pt x="45339" y="4730375"/>
                    <a:pt x="39116" y="4724152"/>
                  </a:cubicBezTo>
                  <a:lnTo>
                    <a:pt x="42037" y="4721231"/>
                  </a:lnTo>
                  <a:lnTo>
                    <a:pt x="39116" y="4724152"/>
                  </a:lnTo>
                  <a:cubicBezTo>
                    <a:pt x="32893" y="4717929"/>
                    <a:pt x="27305" y="4711198"/>
                    <a:pt x="22479" y="4703832"/>
                  </a:cubicBezTo>
                  <a:cubicBezTo>
                    <a:pt x="17653" y="4696593"/>
                    <a:pt x="13462" y="4688846"/>
                    <a:pt x="10160" y="4680718"/>
                  </a:cubicBezTo>
                  <a:lnTo>
                    <a:pt x="13970" y="4679067"/>
                  </a:lnTo>
                  <a:lnTo>
                    <a:pt x="10160" y="4680718"/>
                  </a:lnTo>
                  <a:cubicBezTo>
                    <a:pt x="6858" y="4672590"/>
                    <a:pt x="4318" y="4664208"/>
                    <a:pt x="2540" y="4655572"/>
                  </a:cubicBezTo>
                  <a:lnTo>
                    <a:pt x="6604" y="4654810"/>
                  </a:lnTo>
                  <a:lnTo>
                    <a:pt x="2540" y="4655572"/>
                  </a:lnTo>
                  <a:cubicBezTo>
                    <a:pt x="762" y="4646936"/>
                    <a:pt x="0" y="4638300"/>
                    <a:pt x="0" y="4629537"/>
                  </a:cubicBezTo>
                  <a:lnTo>
                    <a:pt x="4191" y="4629537"/>
                  </a:lnTo>
                  <a:lnTo>
                    <a:pt x="0" y="4629537"/>
                  </a:lnTo>
                  <a:moveTo>
                    <a:pt x="8382" y="4629537"/>
                  </a:moveTo>
                  <a:cubicBezTo>
                    <a:pt x="8382" y="4637792"/>
                    <a:pt x="9144" y="4645920"/>
                    <a:pt x="10795" y="4654048"/>
                  </a:cubicBezTo>
                  <a:cubicBezTo>
                    <a:pt x="12446" y="4662176"/>
                    <a:pt x="14732" y="4669923"/>
                    <a:pt x="17907" y="4677543"/>
                  </a:cubicBezTo>
                  <a:cubicBezTo>
                    <a:pt x="21082" y="4685163"/>
                    <a:pt x="24892" y="4692402"/>
                    <a:pt x="29464" y="4699260"/>
                  </a:cubicBezTo>
                  <a:lnTo>
                    <a:pt x="26035" y="4701546"/>
                  </a:lnTo>
                  <a:lnTo>
                    <a:pt x="29464" y="4699260"/>
                  </a:lnTo>
                  <a:cubicBezTo>
                    <a:pt x="34036" y="4706118"/>
                    <a:pt x="39243" y="4712468"/>
                    <a:pt x="45085" y="4718310"/>
                  </a:cubicBezTo>
                  <a:cubicBezTo>
                    <a:pt x="50927" y="4724152"/>
                    <a:pt x="57277" y="4729359"/>
                    <a:pt x="64135" y="4733931"/>
                  </a:cubicBezTo>
                  <a:lnTo>
                    <a:pt x="61849" y="4737360"/>
                  </a:lnTo>
                  <a:lnTo>
                    <a:pt x="64135" y="4733931"/>
                  </a:lnTo>
                  <a:cubicBezTo>
                    <a:pt x="70993" y="4738503"/>
                    <a:pt x="78232" y="4742313"/>
                    <a:pt x="85852" y="4745488"/>
                  </a:cubicBezTo>
                  <a:lnTo>
                    <a:pt x="84201" y="4749298"/>
                  </a:lnTo>
                  <a:lnTo>
                    <a:pt x="85852" y="4745488"/>
                  </a:lnTo>
                  <a:cubicBezTo>
                    <a:pt x="93472" y="4748663"/>
                    <a:pt x="101346" y="4751076"/>
                    <a:pt x="109347" y="4752600"/>
                  </a:cubicBezTo>
                  <a:cubicBezTo>
                    <a:pt x="117475" y="4754251"/>
                    <a:pt x="125603" y="4755013"/>
                    <a:pt x="133858" y="4755013"/>
                  </a:cubicBezTo>
                  <a:lnTo>
                    <a:pt x="2866392" y="4755013"/>
                  </a:lnTo>
                  <a:cubicBezTo>
                    <a:pt x="2874646" y="4755013"/>
                    <a:pt x="2882774" y="4754251"/>
                    <a:pt x="2890902" y="4752600"/>
                  </a:cubicBezTo>
                  <a:cubicBezTo>
                    <a:pt x="2899031" y="4750949"/>
                    <a:pt x="2906777" y="4748663"/>
                    <a:pt x="2914397" y="4745488"/>
                  </a:cubicBezTo>
                  <a:lnTo>
                    <a:pt x="2916049" y="4749298"/>
                  </a:lnTo>
                  <a:lnTo>
                    <a:pt x="2914397" y="4745488"/>
                  </a:lnTo>
                  <a:cubicBezTo>
                    <a:pt x="2922018" y="4742313"/>
                    <a:pt x="2929256" y="4738503"/>
                    <a:pt x="2936115" y="4733931"/>
                  </a:cubicBezTo>
                  <a:lnTo>
                    <a:pt x="2938400" y="4737360"/>
                  </a:lnTo>
                  <a:lnTo>
                    <a:pt x="2936115" y="4733931"/>
                  </a:lnTo>
                  <a:cubicBezTo>
                    <a:pt x="2942972" y="4729359"/>
                    <a:pt x="2949322" y="4724152"/>
                    <a:pt x="2955165" y="4718310"/>
                  </a:cubicBezTo>
                  <a:lnTo>
                    <a:pt x="2958086" y="4721231"/>
                  </a:lnTo>
                  <a:lnTo>
                    <a:pt x="2955165" y="4718310"/>
                  </a:lnTo>
                  <a:cubicBezTo>
                    <a:pt x="2961006" y="4712468"/>
                    <a:pt x="2966214" y="4706118"/>
                    <a:pt x="2970786" y="4699260"/>
                  </a:cubicBezTo>
                  <a:lnTo>
                    <a:pt x="2974215" y="4701546"/>
                  </a:lnTo>
                  <a:lnTo>
                    <a:pt x="2970786" y="4699260"/>
                  </a:lnTo>
                  <a:cubicBezTo>
                    <a:pt x="2975358" y="4692402"/>
                    <a:pt x="2979168" y="4685163"/>
                    <a:pt x="2982343" y="4677543"/>
                  </a:cubicBezTo>
                  <a:lnTo>
                    <a:pt x="2986153" y="4679194"/>
                  </a:lnTo>
                  <a:lnTo>
                    <a:pt x="2982343" y="4677543"/>
                  </a:lnTo>
                  <a:cubicBezTo>
                    <a:pt x="2985518" y="4669923"/>
                    <a:pt x="2987931" y="4662049"/>
                    <a:pt x="2989455" y="4654048"/>
                  </a:cubicBezTo>
                  <a:cubicBezTo>
                    <a:pt x="2991106" y="4645920"/>
                    <a:pt x="2991868" y="4637792"/>
                    <a:pt x="2991868" y="4629537"/>
                  </a:cubicBezTo>
                  <a:lnTo>
                    <a:pt x="2991868" y="133731"/>
                  </a:lnTo>
                  <a:cubicBezTo>
                    <a:pt x="2991868" y="125476"/>
                    <a:pt x="2991106" y="117348"/>
                    <a:pt x="2989455" y="109220"/>
                  </a:cubicBezTo>
                  <a:cubicBezTo>
                    <a:pt x="2987803" y="101092"/>
                    <a:pt x="2985518" y="93345"/>
                    <a:pt x="2982343" y="85725"/>
                  </a:cubicBezTo>
                  <a:lnTo>
                    <a:pt x="2986153" y="84074"/>
                  </a:lnTo>
                  <a:lnTo>
                    <a:pt x="2982343" y="85725"/>
                  </a:lnTo>
                  <a:cubicBezTo>
                    <a:pt x="2979168" y="78105"/>
                    <a:pt x="2975358" y="70866"/>
                    <a:pt x="2970786" y="64008"/>
                  </a:cubicBezTo>
                  <a:lnTo>
                    <a:pt x="2974215" y="61722"/>
                  </a:lnTo>
                  <a:lnTo>
                    <a:pt x="2970786" y="64008"/>
                  </a:lnTo>
                  <a:cubicBezTo>
                    <a:pt x="2966214" y="57150"/>
                    <a:pt x="2961006" y="50800"/>
                    <a:pt x="2955165" y="44958"/>
                  </a:cubicBezTo>
                  <a:cubicBezTo>
                    <a:pt x="2949322" y="39116"/>
                    <a:pt x="2942972" y="33909"/>
                    <a:pt x="2936115" y="29337"/>
                  </a:cubicBezTo>
                  <a:lnTo>
                    <a:pt x="2938400" y="25908"/>
                  </a:lnTo>
                  <a:lnTo>
                    <a:pt x="2936115" y="29337"/>
                  </a:lnTo>
                  <a:cubicBezTo>
                    <a:pt x="2929256" y="24765"/>
                    <a:pt x="2922018" y="20955"/>
                    <a:pt x="2914397" y="17780"/>
                  </a:cubicBezTo>
                  <a:cubicBezTo>
                    <a:pt x="2906777" y="14605"/>
                    <a:pt x="2898903" y="12192"/>
                    <a:pt x="2890902" y="10668"/>
                  </a:cubicBezTo>
                  <a:cubicBezTo>
                    <a:pt x="2882774" y="9017"/>
                    <a:pt x="2874646" y="8255"/>
                    <a:pt x="2866392" y="8255"/>
                  </a:cubicBezTo>
                  <a:lnTo>
                    <a:pt x="133731" y="8255"/>
                  </a:lnTo>
                  <a:cubicBezTo>
                    <a:pt x="125476" y="8255"/>
                    <a:pt x="117348" y="9017"/>
                    <a:pt x="109220" y="10668"/>
                  </a:cubicBezTo>
                  <a:cubicBezTo>
                    <a:pt x="101092" y="12319"/>
                    <a:pt x="93345" y="14605"/>
                    <a:pt x="85725" y="17780"/>
                  </a:cubicBezTo>
                  <a:cubicBezTo>
                    <a:pt x="78105" y="20955"/>
                    <a:pt x="70866" y="24765"/>
                    <a:pt x="64008" y="29337"/>
                  </a:cubicBezTo>
                  <a:lnTo>
                    <a:pt x="61722" y="25908"/>
                  </a:lnTo>
                  <a:lnTo>
                    <a:pt x="64008" y="29337"/>
                  </a:lnTo>
                  <a:cubicBezTo>
                    <a:pt x="57150" y="33909"/>
                    <a:pt x="50800" y="39116"/>
                    <a:pt x="44958" y="44958"/>
                  </a:cubicBezTo>
                  <a:cubicBezTo>
                    <a:pt x="39116" y="50800"/>
                    <a:pt x="33909" y="57150"/>
                    <a:pt x="29337" y="64008"/>
                  </a:cubicBezTo>
                  <a:lnTo>
                    <a:pt x="25908" y="61722"/>
                  </a:lnTo>
                  <a:lnTo>
                    <a:pt x="29337" y="64008"/>
                  </a:lnTo>
                  <a:cubicBezTo>
                    <a:pt x="24765" y="70866"/>
                    <a:pt x="20955" y="78105"/>
                    <a:pt x="17780" y="85725"/>
                  </a:cubicBezTo>
                  <a:cubicBezTo>
                    <a:pt x="14605" y="93345"/>
                    <a:pt x="12192" y="101219"/>
                    <a:pt x="10668" y="109220"/>
                  </a:cubicBezTo>
                  <a:cubicBezTo>
                    <a:pt x="9017" y="117348"/>
                    <a:pt x="8255" y="125476"/>
                    <a:pt x="8255" y="133731"/>
                  </a:cubicBezTo>
                  <a:lnTo>
                    <a:pt x="8255" y="4629664"/>
                  </a:lnTo>
                  <a:close/>
                </a:path>
              </a:pathLst>
            </a:custGeom>
            <a:solidFill>
              <a:srgbClr val="E2E8F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72415" y="2102488"/>
              <a:ext cx="2582165" cy="8382"/>
            </a:xfrm>
            <a:custGeom>
              <a:avLst/>
              <a:gdLst/>
              <a:ahLst/>
              <a:cxnLst/>
              <a:rect r="r" b="b" t="t" l="l"/>
              <a:pathLst>
                <a:path h="8382" w="2582165">
                  <a:moveTo>
                    <a:pt x="0" y="0"/>
                  </a:moveTo>
                  <a:lnTo>
                    <a:pt x="2582166" y="0"/>
                  </a:lnTo>
                  <a:lnTo>
                    <a:pt x="2582166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272288" y="1651256"/>
              <a:ext cx="334391" cy="334264"/>
            </a:xfrm>
            <a:custGeom>
              <a:avLst/>
              <a:gdLst/>
              <a:ahLst/>
              <a:cxnLst/>
              <a:rect r="r" b="b" t="t" l="l"/>
              <a:pathLst>
                <a:path h="334264" w="334391">
                  <a:moveTo>
                    <a:pt x="334391" y="167132"/>
                  </a:moveTo>
                  <a:cubicBezTo>
                    <a:pt x="334391" y="178054"/>
                    <a:pt x="333375" y="188976"/>
                    <a:pt x="331216" y="199771"/>
                  </a:cubicBezTo>
                  <a:cubicBezTo>
                    <a:pt x="329057" y="210566"/>
                    <a:pt x="325882" y="220980"/>
                    <a:pt x="321691" y="231140"/>
                  </a:cubicBezTo>
                  <a:cubicBezTo>
                    <a:pt x="317500" y="241300"/>
                    <a:pt x="312293" y="250952"/>
                    <a:pt x="306197" y="259969"/>
                  </a:cubicBezTo>
                  <a:cubicBezTo>
                    <a:pt x="300101" y="268986"/>
                    <a:pt x="293116" y="277495"/>
                    <a:pt x="285369" y="285242"/>
                  </a:cubicBezTo>
                  <a:cubicBezTo>
                    <a:pt x="277622" y="292989"/>
                    <a:pt x="269113" y="299974"/>
                    <a:pt x="260096" y="306070"/>
                  </a:cubicBezTo>
                  <a:cubicBezTo>
                    <a:pt x="251079" y="312166"/>
                    <a:pt x="241300" y="317373"/>
                    <a:pt x="231267" y="321564"/>
                  </a:cubicBezTo>
                  <a:cubicBezTo>
                    <a:pt x="221234" y="325755"/>
                    <a:pt x="210693" y="328930"/>
                    <a:pt x="199898" y="331089"/>
                  </a:cubicBezTo>
                  <a:cubicBezTo>
                    <a:pt x="189103" y="333248"/>
                    <a:pt x="178308" y="334264"/>
                    <a:pt x="167259" y="334264"/>
                  </a:cubicBezTo>
                  <a:cubicBezTo>
                    <a:pt x="156210" y="334264"/>
                    <a:pt x="145415" y="333248"/>
                    <a:pt x="134620" y="331089"/>
                  </a:cubicBezTo>
                  <a:cubicBezTo>
                    <a:pt x="123825" y="328930"/>
                    <a:pt x="113411" y="325755"/>
                    <a:pt x="103251" y="321564"/>
                  </a:cubicBezTo>
                  <a:cubicBezTo>
                    <a:pt x="93091" y="317373"/>
                    <a:pt x="83439" y="312166"/>
                    <a:pt x="74295" y="306070"/>
                  </a:cubicBezTo>
                  <a:cubicBezTo>
                    <a:pt x="65151" y="299974"/>
                    <a:pt x="56769" y="292989"/>
                    <a:pt x="49022" y="285242"/>
                  </a:cubicBezTo>
                  <a:cubicBezTo>
                    <a:pt x="41275" y="277495"/>
                    <a:pt x="34290" y="268986"/>
                    <a:pt x="28194" y="259969"/>
                  </a:cubicBezTo>
                  <a:cubicBezTo>
                    <a:pt x="22098" y="250952"/>
                    <a:pt x="16891" y="241173"/>
                    <a:pt x="12700" y="231140"/>
                  </a:cubicBezTo>
                  <a:cubicBezTo>
                    <a:pt x="8509" y="221107"/>
                    <a:pt x="5334" y="210566"/>
                    <a:pt x="3175" y="199771"/>
                  </a:cubicBezTo>
                  <a:cubicBezTo>
                    <a:pt x="1016" y="188976"/>
                    <a:pt x="0" y="178181"/>
                    <a:pt x="0" y="167132"/>
                  </a:cubicBezTo>
                  <a:cubicBezTo>
                    <a:pt x="0" y="156083"/>
                    <a:pt x="1016" y="145288"/>
                    <a:pt x="3175" y="134493"/>
                  </a:cubicBezTo>
                  <a:cubicBezTo>
                    <a:pt x="5334" y="123698"/>
                    <a:pt x="8509" y="113284"/>
                    <a:pt x="12700" y="103124"/>
                  </a:cubicBezTo>
                  <a:cubicBezTo>
                    <a:pt x="16891" y="92964"/>
                    <a:pt x="22098" y="83312"/>
                    <a:pt x="28194" y="74295"/>
                  </a:cubicBezTo>
                  <a:cubicBezTo>
                    <a:pt x="34290" y="65278"/>
                    <a:pt x="41275" y="56769"/>
                    <a:pt x="49022" y="49022"/>
                  </a:cubicBezTo>
                  <a:cubicBezTo>
                    <a:pt x="56769" y="41275"/>
                    <a:pt x="65278" y="34290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9"/>
                    <a:pt x="123825" y="5334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4"/>
                    <a:pt x="221107" y="8509"/>
                    <a:pt x="231267" y="12700"/>
                  </a:cubicBezTo>
                  <a:cubicBezTo>
                    <a:pt x="241427" y="16891"/>
                    <a:pt x="251079" y="22098"/>
                    <a:pt x="260096" y="28194"/>
                  </a:cubicBezTo>
                  <a:cubicBezTo>
                    <a:pt x="269113" y="34290"/>
                    <a:pt x="277622" y="41275"/>
                    <a:pt x="285369" y="49022"/>
                  </a:cubicBezTo>
                  <a:cubicBezTo>
                    <a:pt x="293116" y="56769"/>
                    <a:pt x="300101" y="65278"/>
                    <a:pt x="306197" y="74295"/>
                  </a:cubicBezTo>
                  <a:cubicBezTo>
                    <a:pt x="312293" y="83312"/>
                    <a:pt x="317500" y="93091"/>
                    <a:pt x="321691" y="103124"/>
                  </a:cubicBezTo>
                  <a:cubicBezTo>
                    <a:pt x="325882" y="113157"/>
                    <a:pt x="329057" y="123698"/>
                    <a:pt x="331216" y="134493"/>
                  </a:cubicBezTo>
                  <a:cubicBezTo>
                    <a:pt x="333375" y="145288"/>
                    <a:pt x="334391" y="156083"/>
                    <a:pt x="334391" y="167132"/>
                  </a:cubicBezTo>
                  <a:close/>
                </a:path>
              </a:pathLst>
            </a:custGeom>
            <a:solidFill>
              <a:srgbClr val="E0E7F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72415" y="2679195"/>
              <a:ext cx="2582165" cy="8382"/>
            </a:xfrm>
            <a:custGeom>
              <a:avLst/>
              <a:gdLst/>
              <a:ahLst/>
              <a:cxnLst/>
              <a:rect r="r" b="b" t="t" l="l"/>
              <a:pathLst>
                <a:path h="8382" w="2582165">
                  <a:moveTo>
                    <a:pt x="0" y="0"/>
                  </a:moveTo>
                  <a:lnTo>
                    <a:pt x="2582166" y="0"/>
                  </a:lnTo>
                  <a:lnTo>
                    <a:pt x="2582166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CBD5E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2288" y="2227837"/>
              <a:ext cx="334391" cy="334264"/>
            </a:xfrm>
            <a:custGeom>
              <a:avLst/>
              <a:gdLst/>
              <a:ahLst/>
              <a:cxnLst/>
              <a:rect r="r" b="b" t="t" l="l"/>
              <a:pathLst>
                <a:path h="334264" w="334391">
                  <a:moveTo>
                    <a:pt x="334391" y="167132"/>
                  </a:moveTo>
                  <a:cubicBezTo>
                    <a:pt x="334391" y="178054"/>
                    <a:pt x="333375" y="188976"/>
                    <a:pt x="331216" y="199771"/>
                  </a:cubicBezTo>
                  <a:cubicBezTo>
                    <a:pt x="329057" y="210566"/>
                    <a:pt x="325882" y="220980"/>
                    <a:pt x="321691" y="231140"/>
                  </a:cubicBezTo>
                  <a:cubicBezTo>
                    <a:pt x="317500" y="241300"/>
                    <a:pt x="312293" y="250952"/>
                    <a:pt x="306197" y="259969"/>
                  </a:cubicBezTo>
                  <a:cubicBezTo>
                    <a:pt x="300101" y="268986"/>
                    <a:pt x="293116" y="277495"/>
                    <a:pt x="285369" y="285242"/>
                  </a:cubicBezTo>
                  <a:cubicBezTo>
                    <a:pt x="277622" y="292989"/>
                    <a:pt x="269113" y="299974"/>
                    <a:pt x="260096" y="306070"/>
                  </a:cubicBezTo>
                  <a:cubicBezTo>
                    <a:pt x="251079" y="312166"/>
                    <a:pt x="241300" y="317373"/>
                    <a:pt x="231267" y="321564"/>
                  </a:cubicBezTo>
                  <a:cubicBezTo>
                    <a:pt x="221234" y="325755"/>
                    <a:pt x="210693" y="328930"/>
                    <a:pt x="199898" y="331089"/>
                  </a:cubicBezTo>
                  <a:cubicBezTo>
                    <a:pt x="189103" y="333248"/>
                    <a:pt x="178308" y="334264"/>
                    <a:pt x="167259" y="334264"/>
                  </a:cubicBezTo>
                  <a:cubicBezTo>
                    <a:pt x="156210" y="334264"/>
                    <a:pt x="145415" y="333248"/>
                    <a:pt x="134620" y="331089"/>
                  </a:cubicBezTo>
                  <a:cubicBezTo>
                    <a:pt x="123825" y="328930"/>
                    <a:pt x="113411" y="325755"/>
                    <a:pt x="103251" y="321564"/>
                  </a:cubicBezTo>
                  <a:cubicBezTo>
                    <a:pt x="93091" y="317373"/>
                    <a:pt x="83439" y="312166"/>
                    <a:pt x="74295" y="306070"/>
                  </a:cubicBezTo>
                  <a:cubicBezTo>
                    <a:pt x="65151" y="299974"/>
                    <a:pt x="56769" y="292989"/>
                    <a:pt x="49022" y="285242"/>
                  </a:cubicBezTo>
                  <a:cubicBezTo>
                    <a:pt x="41275" y="277495"/>
                    <a:pt x="34290" y="268986"/>
                    <a:pt x="28194" y="259969"/>
                  </a:cubicBezTo>
                  <a:cubicBezTo>
                    <a:pt x="22098" y="250952"/>
                    <a:pt x="16891" y="241173"/>
                    <a:pt x="12700" y="231140"/>
                  </a:cubicBezTo>
                  <a:cubicBezTo>
                    <a:pt x="8509" y="221107"/>
                    <a:pt x="5334" y="210566"/>
                    <a:pt x="3175" y="199771"/>
                  </a:cubicBezTo>
                  <a:cubicBezTo>
                    <a:pt x="1016" y="188976"/>
                    <a:pt x="0" y="178181"/>
                    <a:pt x="0" y="167132"/>
                  </a:cubicBezTo>
                  <a:cubicBezTo>
                    <a:pt x="0" y="156083"/>
                    <a:pt x="1016" y="145288"/>
                    <a:pt x="3175" y="134493"/>
                  </a:cubicBezTo>
                  <a:cubicBezTo>
                    <a:pt x="5334" y="123698"/>
                    <a:pt x="8509" y="113284"/>
                    <a:pt x="12700" y="103124"/>
                  </a:cubicBezTo>
                  <a:cubicBezTo>
                    <a:pt x="16891" y="92964"/>
                    <a:pt x="22098" y="83312"/>
                    <a:pt x="28194" y="74295"/>
                  </a:cubicBezTo>
                  <a:cubicBezTo>
                    <a:pt x="34290" y="65278"/>
                    <a:pt x="41275" y="56769"/>
                    <a:pt x="49022" y="49022"/>
                  </a:cubicBezTo>
                  <a:cubicBezTo>
                    <a:pt x="56769" y="41275"/>
                    <a:pt x="65278" y="34290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9"/>
                    <a:pt x="123825" y="5334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4"/>
                    <a:pt x="221107" y="8509"/>
                    <a:pt x="231267" y="12700"/>
                  </a:cubicBezTo>
                  <a:cubicBezTo>
                    <a:pt x="241427" y="16891"/>
                    <a:pt x="251079" y="22098"/>
                    <a:pt x="260096" y="28194"/>
                  </a:cubicBezTo>
                  <a:cubicBezTo>
                    <a:pt x="269113" y="34290"/>
                    <a:pt x="277622" y="41275"/>
                    <a:pt x="285369" y="49022"/>
                  </a:cubicBezTo>
                  <a:cubicBezTo>
                    <a:pt x="293116" y="56769"/>
                    <a:pt x="300101" y="65278"/>
                    <a:pt x="306197" y="74295"/>
                  </a:cubicBezTo>
                  <a:cubicBezTo>
                    <a:pt x="312293" y="83312"/>
                    <a:pt x="317500" y="93091"/>
                    <a:pt x="321691" y="103124"/>
                  </a:cubicBezTo>
                  <a:cubicBezTo>
                    <a:pt x="325882" y="113157"/>
                    <a:pt x="329057" y="123698"/>
                    <a:pt x="331216" y="134493"/>
                  </a:cubicBezTo>
                  <a:cubicBezTo>
                    <a:pt x="333375" y="145288"/>
                    <a:pt x="334391" y="156083"/>
                    <a:pt x="334391" y="167132"/>
                  </a:cubicBezTo>
                  <a:close/>
                </a:path>
              </a:pathLst>
            </a:custGeom>
            <a:solidFill>
              <a:srgbClr val="DCFCE7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2288" y="2804545"/>
              <a:ext cx="334391" cy="334264"/>
            </a:xfrm>
            <a:custGeom>
              <a:avLst/>
              <a:gdLst/>
              <a:ahLst/>
              <a:cxnLst/>
              <a:rect r="r" b="b" t="t" l="l"/>
              <a:pathLst>
                <a:path h="334264" w="334391">
                  <a:moveTo>
                    <a:pt x="334391" y="167132"/>
                  </a:moveTo>
                  <a:cubicBezTo>
                    <a:pt x="334391" y="178054"/>
                    <a:pt x="333375" y="188976"/>
                    <a:pt x="331216" y="199771"/>
                  </a:cubicBezTo>
                  <a:cubicBezTo>
                    <a:pt x="329057" y="210566"/>
                    <a:pt x="325882" y="220980"/>
                    <a:pt x="321691" y="231140"/>
                  </a:cubicBezTo>
                  <a:cubicBezTo>
                    <a:pt x="317500" y="241300"/>
                    <a:pt x="312293" y="250952"/>
                    <a:pt x="306197" y="259969"/>
                  </a:cubicBezTo>
                  <a:cubicBezTo>
                    <a:pt x="300101" y="268986"/>
                    <a:pt x="293116" y="277495"/>
                    <a:pt x="285369" y="285242"/>
                  </a:cubicBezTo>
                  <a:cubicBezTo>
                    <a:pt x="277622" y="292989"/>
                    <a:pt x="269113" y="299974"/>
                    <a:pt x="260096" y="306070"/>
                  </a:cubicBezTo>
                  <a:cubicBezTo>
                    <a:pt x="251079" y="312166"/>
                    <a:pt x="241300" y="317373"/>
                    <a:pt x="231267" y="321564"/>
                  </a:cubicBezTo>
                  <a:cubicBezTo>
                    <a:pt x="221234" y="325755"/>
                    <a:pt x="210693" y="328930"/>
                    <a:pt x="199898" y="331089"/>
                  </a:cubicBezTo>
                  <a:cubicBezTo>
                    <a:pt x="189103" y="333248"/>
                    <a:pt x="178308" y="334264"/>
                    <a:pt x="167259" y="334264"/>
                  </a:cubicBezTo>
                  <a:cubicBezTo>
                    <a:pt x="156210" y="334264"/>
                    <a:pt x="145415" y="333248"/>
                    <a:pt x="134620" y="331089"/>
                  </a:cubicBezTo>
                  <a:cubicBezTo>
                    <a:pt x="123825" y="328930"/>
                    <a:pt x="113411" y="325755"/>
                    <a:pt x="103251" y="321564"/>
                  </a:cubicBezTo>
                  <a:cubicBezTo>
                    <a:pt x="93091" y="317373"/>
                    <a:pt x="83439" y="312166"/>
                    <a:pt x="74295" y="306070"/>
                  </a:cubicBezTo>
                  <a:cubicBezTo>
                    <a:pt x="65151" y="299974"/>
                    <a:pt x="56769" y="292989"/>
                    <a:pt x="49022" y="285242"/>
                  </a:cubicBezTo>
                  <a:cubicBezTo>
                    <a:pt x="41275" y="277495"/>
                    <a:pt x="34290" y="268986"/>
                    <a:pt x="28194" y="259969"/>
                  </a:cubicBezTo>
                  <a:cubicBezTo>
                    <a:pt x="22098" y="250952"/>
                    <a:pt x="16891" y="241173"/>
                    <a:pt x="12700" y="231140"/>
                  </a:cubicBezTo>
                  <a:cubicBezTo>
                    <a:pt x="8509" y="221107"/>
                    <a:pt x="5334" y="210566"/>
                    <a:pt x="3175" y="199771"/>
                  </a:cubicBezTo>
                  <a:cubicBezTo>
                    <a:pt x="1016" y="188976"/>
                    <a:pt x="0" y="178181"/>
                    <a:pt x="0" y="167132"/>
                  </a:cubicBezTo>
                  <a:cubicBezTo>
                    <a:pt x="0" y="156083"/>
                    <a:pt x="1016" y="145288"/>
                    <a:pt x="3175" y="134493"/>
                  </a:cubicBezTo>
                  <a:cubicBezTo>
                    <a:pt x="5334" y="123698"/>
                    <a:pt x="8509" y="113283"/>
                    <a:pt x="12700" y="103124"/>
                  </a:cubicBezTo>
                  <a:cubicBezTo>
                    <a:pt x="16891" y="92964"/>
                    <a:pt x="22098" y="83311"/>
                    <a:pt x="28194" y="74295"/>
                  </a:cubicBezTo>
                  <a:cubicBezTo>
                    <a:pt x="34290" y="65278"/>
                    <a:pt x="41275" y="56769"/>
                    <a:pt x="49022" y="49022"/>
                  </a:cubicBezTo>
                  <a:cubicBezTo>
                    <a:pt x="56769" y="41275"/>
                    <a:pt x="65278" y="34289"/>
                    <a:pt x="74295" y="28194"/>
                  </a:cubicBezTo>
                  <a:cubicBezTo>
                    <a:pt x="83312" y="22098"/>
                    <a:pt x="93091" y="16891"/>
                    <a:pt x="103251" y="12700"/>
                  </a:cubicBezTo>
                  <a:cubicBezTo>
                    <a:pt x="113411" y="8508"/>
                    <a:pt x="123825" y="5333"/>
                    <a:pt x="134620" y="3175"/>
                  </a:cubicBezTo>
                  <a:cubicBezTo>
                    <a:pt x="145415" y="1016"/>
                    <a:pt x="156210" y="0"/>
                    <a:pt x="167259" y="0"/>
                  </a:cubicBezTo>
                  <a:cubicBezTo>
                    <a:pt x="178308" y="0"/>
                    <a:pt x="189103" y="1016"/>
                    <a:pt x="199898" y="3175"/>
                  </a:cubicBezTo>
                  <a:cubicBezTo>
                    <a:pt x="210693" y="5333"/>
                    <a:pt x="221107" y="8508"/>
                    <a:pt x="231267" y="12700"/>
                  </a:cubicBezTo>
                  <a:cubicBezTo>
                    <a:pt x="241427" y="16891"/>
                    <a:pt x="251079" y="22098"/>
                    <a:pt x="260096" y="28194"/>
                  </a:cubicBezTo>
                  <a:cubicBezTo>
                    <a:pt x="269113" y="34289"/>
                    <a:pt x="277622" y="41275"/>
                    <a:pt x="285369" y="49022"/>
                  </a:cubicBezTo>
                  <a:cubicBezTo>
                    <a:pt x="293116" y="56769"/>
                    <a:pt x="300101" y="65278"/>
                    <a:pt x="306197" y="74295"/>
                  </a:cubicBezTo>
                  <a:cubicBezTo>
                    <a:pt x="312293" y="83311"/>
                    <a:pt x="317500" y="93091"/>
                    <a:pt x="321691" y="103124"/>
                  </a:cubicBezTo>
                  <a:cubicBezTo>
                    <a:pt x="325882" y="113157"/>
                    <a:pt x="329057" y="123698"/>
                    <a:pt x="331216" y="134493"/>
                  </a:cubicBezTo>
                  <a:cubicBezTo>
                    <a:pt x="333375" y="145288"/>
                    <a:pt x="334391" y="156083"/>
                    <a:pt x="334391" y="167132"/>
                  </a:cubicBezTo>
                  <a:close/>
                </a:path>
              </a:pathLst>
            </a:custGeom>
            <a:solidFill>
              <a:srgbClr val="FFEDD5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72415" y="4342135"/>
              <a:ext cx="2582165" cy="8382"/>
            </a:xfrm>
            <a:custGeom>
              <a:avLst/>
              <a:gdLst/>
              <a:ahLst/>
              <a:cxnLst/>
              <a:rect r="r" b="b" t="t" l="l"/>
              <a:pathLst>
                <a:path h="8382" w="2582165">
                  <a:moveTo>
                    <a:pt x="0" y="0"/>
                  </a:moveTo>
                  <a:lnTo>
                    <a:pt x="2582166" y="0"/>
                  </a:lnTo>
                  <a:lnTo>
                    <a:pt x="2582166" y="8382"/>
                  </a:lnTo>
                  <a:lnTo>
                    <a:pt x="0" y="8382"/>
                  </a:lnTo>
                  <a:close/>
                </a:path>
              </a:pathLst>
            </a:custGeom>
            <a:solidFill>
              <a:srgbClr val="D1D5D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19654" y="1689032"/>
            <a:ext cx="4879028" cy="8562772"/>
            <a:chOff x="0" y="0"/>
            <a:chExt cx="3848608" cy="67543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48608" cy="6754368"/>
            </a:xfrm>
            <a:custGeom>
              <a:avLst/>
              <a:gdLst/>
              <a:ahLst/>
              <a:cxnLst/>
              <a:rect r="r" b="b" t="t" l="l"/>
              <a:pathLst>
                <a:path h="6754368" w="3848608">
                  <a:moveTo>
                    <a:pt x="3466592" y="100584"/>
                  </a:moveTo>
                  <a:cubicBezTo>
                    <a:pt x="3488690" y="100584"/>
                    <a:pt x="3510026" y="104775"/>
                    <a:pt x="3530473" y="113284"/>
                  </a:cubicBezTo>
                  <a:cubicBezTo>
                    <a:pt x="3550920" y="121793"/>
                    <a:pt x="3569081" y="133858"/>
                    <a:pt x="3584702" y="149479"/>
                  </a:cubicBezTo>
                  <a:cubicBezTo>
                    <a:pt x="3600323" y="165100"/>
                    <a:pt x="3612388" y="183261"/>
                    <a:pt x="3620897" y="203708"/>
                  </a:cubicBezTo>
                  <a:cubicBezTo>
                    <a:pt x="3629406" y="224155"/>
                    <a:pt x="3633597" y="245491"/>
                    <a:pt x="3633597" y="267716"/>
                  </a:cubicBezTo>
                  <a:lnTo>
                    <a:pt x="3633597" y="6262243"/>
                  </a:lnTo>
                  <a:cubicBezTo>
                    <a:pt x="3633597" y="6284341"/>
                    <a:pt x="3629406" y="6305677"/>
                    <a:pt x="3620897" y="6326124"/>
                  </a:cubicBezTo>
                  <a:cubicBezTo>
                    <a:pt x="3612388" y="6346571"/>
                    <a:pt x="3600323" y="6364732"/>
                    <a:pt x="3584702" y="6380353"/>
                  </a:cubicBezTo>
                  <a:cubicBezTo>
                    <a:pt x="3569081" y="6395974"/>
                    <a:pt x="3550920" y="6408039"/>
                    <a:pt x="3530473" y="6416548"/>
                  </a:cubicBezTo>
                  <a:cubicBezTo>
                    <a:pt x="3510026" y="6425057"/>
                    <a:pt x="3488690" y="6429248"/>
                    <a:pt x="3466592" y="6429248"/>
                  </a:cubicBezTo>
                  <a:lnTo>
                    <a:pt x="380238" y="6429248"/>
                  </a:lnTo>
                  <a:cubicBezTo>
                    <a:pt x="358013" y="6429248"/>
                    <a:pt x="336804" y="6425057"/>
                    <a:pt x="316230" y="6416548"/>
                  </a:cubicBezTo>
                  <a:cubicBezTo>
                    <a:pt x="295656" y="6408039"/>
                    <a:pt x="277622" y="6395974"/>
                    <a:pt x="262001" y="6380353"/>
                  </a:cubicBezTo>
                  <a:cubicBezTo>
                    <a:pt x="246380" y="6364732"/>
                    <a:pt x="234188" y="6346571"/>
                    <a:pt x="225806" y="6326124"/>
                  </a:cubicBezTo>
                  <a:cubicBezTo>
                    <a:pt x="217424" y="6305677"/>
                    <a:pt x="213106" y="6284341"/>
                    <a:pt x="213106" y="6262243"/>
                  </a:cubicBezTo>
                  <a:lnTo>
                    <a:pt x="213106" y="267716"/>
                  </a:lnTo>
                  <a:cubicBezTo>
                    <a:pt x="213106" y="245618"/>
                    <a:pt x="217297" y="224282"/>
                    <a:pt x="225806" y="203708"/>
                  </a:cubicBezTo>
                  <a:cubicBezTo>
                    <a:pt x="234315" y="183134"/>
                    <a:pt x="246380" y="165100"/>
                    <a:pt x="262001" y="149479"/>
                  </a:cubicBezTo>
                  <a:cubicBezTo>
                    <a:pt x="277622" y="133858"/>
                    <a:pt x="295783" y="121793"/>
                    <a:pt x="316230" y="113284"/>
                  </a:cubicBezTo>
                  <a:cubicBezTo>
                    <a:pt x="336677" y="104775"/>
                    <a:pt x="358013" y="100584"/>
                    <a:pt x="380238" y="100584"/>
                  </a:cubicBezTo>
                  <a:close/>
                  <a:moveTo>
                    <a:pt x="0" y="0"/>
                  </a:moveTo>
                  <a:lnTo>
                    <a:pt x="0" y="6754368"/>
                  </a:lnTo>
                  <a:lnTo>
                    <a:pt x="3848608" y="6754368"/>
                  </a:lnTo>
                  <a:lnTo>
                    <a:pt x="3848608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12612314" y="1581691"/>
            <a:ext cx="5093693" cy="8777437"/>
          </a:xfrm>
          <a:custGeom>
            <a:avLst/>
            <a:gdLst/>
            <a:ahLst/>
            <a:cxnLst/>
            <a:rect r="r" b="b" t="t" l="l"/>
            <a:pathLst>
              <a:path h="8777437" w="5093693">
                <a:moveTo>
                  <a:pt x="0" y="0"/>
                </a:moveTo>
                <a:lnTo>
                  <a:pt x="5093693" y="0"/>
                </a:lnTo>
                <a:lnTo>
                  <a:pt x="5093693" y="8777437"/>
                </a:lnTo>
                <a:lnTo>
                  <a:pt x="0" y="87774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0" y="0"/>
            <a:ext cx="18288000" cy="1485959"/>
            <a:chOff x="0" y="0"/>
            <a:chExt cx="10819257" cy="87910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0" y="63500"/>
              <a:ext cx="10692251" cy="752097"/>
            </a:xfrm>
            <a:custGeom>
              <a:avLst/>
              <a:gdLst/>
              <a:ahLst/>
              <a:cxnLst/>
              <a:rect r="r" b="b" t="t" l="l"/>
              <a:pathLst>
                <a:path h="752097" w="10692251">
                  <a:moveTo>
                    <a:pt x="0" y="0"/>
                  </a:moveTo>
                  <a:lnTo>
                    <a:pt x="0" y="752098"/>
                  </a:lnTo>
                  <a:lnTo>
                    <a:pt x="10692251" y="752098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63500" y="782196"/>
              <a:ext cx="10692251" cy="33401"/>
            </a:xfrm>
            <a:custGeom>
              <a:avLst/>
              <a:gdLst/>
              <a:ahLst/>
              <a:cxnLst/>
              <a:rect r="r" b="b" t="t" l="l"/>
              <a:pathLst>
                <a:path h="33401" w="10692251">
                  <a:moveTo>
                    <a:pt x="0" y="0"/>
                  </a:moveTo>
                  <a:lnTo>
                    <a:pt x="0" y="33402"/>
                  </a:lnTo>
                  <a:lnTo>
                    <a:pt x="10692251" y="33402"/>
                  </a:lnTo>
                  <a:lnTo>
                    <a:pt x="10692251" y="0"/>
                  </a:lnTo>
                  <a:close/>
                </a:path>
              </a:pathLst>
            </a:custGeom>
            <a:solidFill>
              <a:srgbClr val="F3F4F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8716768" y="284735"/>
              <a:ext cx="1537843" cy="276099"/>
            </a:xfrm>
            <a:custGeom>
              <a:avLst/>
              <a:gdLst/>
              <a:ahLst/>
              <a:cxnLst/>
              <a:rect r="r" b="b" t="t" l="l"/>
              <a:pathLst>
                <a:path h="276099" w="1537843">
                  <a:moveTo>
                    <a:pt x="127" y="138050"/>
                  </a:moveTo>
                  <a:cubicBezTo>
                    <a:pt x="127" y="129033"/>
                    <a:pt x="1016" y="120016"/>
                    <a:pt x="2794" y="111126"/>
                  </a:cubicBezTo>
                  <a:cubicBezTo>
                    <a:pt x="4572" y="102236"/>
                    <a:pt x="7112" y="93600"/>
                    <a:pt x="10668" y="85218"/>
                  </a:cubicBezTo>
                  <a:cubicBezTo>
                    <a:pt x="14224" y="76836"/>
                    <a:pt x="18415" y="68962"/>
                    <a:pt x="23368" y="61342"/>
                  </a:cubicBezTo>
                  <a:cubicBezTo>
                    <a:pt x="28321" y="53721"/>
                    <a:pt x="34163" y="46863"/>
                    <a:pt x="40513" y="40386"/>
                  </a:cubicBezTo>
                  <a:cubicBezTo>
                    <a:pt x="46863" y="33909"/>
                    <a:pt x="53848" y="28321"/>
                    <a:pt x="61468" y="23241"/>
                  </a:cubicBezTo>
                  <a:cubicBezTo>
                    <a:pt x="69088" y="18161"/>
                    <a:pt x="76962" y="13970"/>
                    <a:pt x="85344" y="10541"/>
                  </a:cubicBezTo>
                  <a:cubicBezTo>
                    <a:pt x="93726" y="7112"/>
                    <a:pt x="102362" y="4445"/>
                    <a:pt x="111125" y="2667"/>
                  </a:cubicBezTo>
                  <a:cubicBezTo>
                    <a:pt x="119888" y="889"/>
                    <a:pt x="129032" y="0"/>
                    <a:pt x="138049" y="0"/>
                  </a:cubicBezTo>
                  <a:lnTo>
                    <a:pt x="1399920" y="0"/>
                  </a:lnTo>
                  <a:cubicBezTo>
                    <a:pt x="1408937" y="0"/>
                    <a:pt x="1417954" y="889"/>
                    <a:pt x="1426845" y="2667"/>
                  </a:cubicBezTo>
                  <a:cubicBezTo>
                    <a:pt x="1435734" y="4445"/>
                    <a:pt x="1444370" y="7112"/>
                    <a:pt x="1452625" y="10541"/>
                  </a:cubicBezTo>
                  <a:cubicBezTo>
                    <a:pt x="1460881" y="13970"/>
                    <a:pt x="1469008" y="18288"/>
                    <a:pt x="1476501" y="23241"/>
                  </a:cubicBezTo>
                  <a:cubicBezTo>
                    <a:pt x="1483995" y="28194"/>
                    <a:pt x="1490979" y="34036"/>
                    <a:pt x="1497457" y="40386"/>
                  </a:cubicBezTo>
                  <a:cubicBezTo>
                    <a:pt x="1503933" y="46736"/>
                    <a:pt x="1509521" y="53721"/>
                    <a:pt x="1514601" y="61342"/>
                  </a:cubicBezTo>
                  <a:cubicBezTo>
                    <a:pt x="1519682" y="68962"/>
                    <a:pt x="1523872" y="76836"/>
                    <a:pt x="1527301" y="85218"/>
                  </a:cubicBezTo>
                  <a:cubicBezTo>
                    <a:pt x="1530731" y="93600"/>
                    <a:pt x="1533397" y="102236"/>
                    <a:pt x="1535175" y="111126"/>
                  </a:cubicBezTo>
                  <a:cubicBezTo>
                    <a:pt x="1536953" y="120016"/>
                    <a:pt x="1537843" y="129033"/>
                    <a:pt x="1537843" y="138050"/>
                  </a:cubicBezTo>
                  <a:cubicBezTo>
                    <a:pt x="1537843" y="147067"/>
                    <a:pt x="1536953" y="156084"/>
                    <a:pt x="1535175" y="164974"/>
                  </a:cubicBezTo>
                  <a:cubicBezTo>
                    <a:pt x="1533397" y="173864"/>
                    <a:pt x="1530858" y="182500"/>
                    <a:pt x="1527301" y="190882"/>
                  </a:cubicBezTo>
                  <a:cubicBezTo>
                    <a:pt x="1523745" y="199264"/>
                    <a:pt x="1519554" y="207138"/>
                    <a:pt x="1514601" y="214758"/>
                  </a:cubicBezTo>
                  <a:cubicBezTo>
                    <a:pt x="1509648" y="222378"/>
                    <a:pt x="1503807" y="229236"/>
                    <a:pt x="1497457" y="235713"/>
                  </a:cubicBezTo>
                  <a:cubicBezTo>
                    <a:pt x="1491107" y="242190"/>
                    <a:pt x="1484121" y="247778"/>
                    <a:pt x="1476501" y="252858"/>
                  </a:cubicBezTo>
                  <a:cubicBezTo>
                    <a:pt x="1468882" y="257938"/>
                    <a:pt x="1461008" y="262129"/>
                    <a:pt x="1452625" y="265558"/>
                  </a:cubicBezTo>
                  <a:cubicBezTo>
                    <a:pt x="1444244" y="268987"/>
                    <a:pt x="1435608" y="271654"/>
                    <a:pt x="1426845" y="273432"/>
                  </a:cubicBezTo>
                  <a:cubicBezTo>
                    <a:pt x="1418082" y="275210"/>
                    <a:pt x="1408937" y="276099"/>
                    <a:pt x="1399920" y="276099"/>
                  </a:cubicBezTo>
                  <a:lnTo>
                    <a:pt x="137922" y="276099"/>
                  </a:lnTo>
                  <a:cubicBezTo>
                    <a:pt x="128904" y="276099"/>
                    <a:pt x="119888" y="275210"/>
                    <a:pt x="110998" y="273432"/>
                  </a:cubicBezTo>
                  <a:cubicBezTo>
                    <a:pt x="102108" y="271654"/>
                    <a:pt x="93472" y="268987"/>
                    <a:pt x="85216" y="265558"/>
                  </a:cubicBezTo>
                  <a:cubicBezTo>
                    <a:pt x="76962" y="262129"/>
                    <a:pt x="68834" y="257811"/>
                    <a:pt x="61340" y="252858"/>
                  </a:cubicBezTo>
                  <a:cubicBezTo>
                    <a:pt x="53848" y="247905"/>
                    <a:pt x="46863" y="242063"/>
                    <a:pt x="40386" y="235713"/>
                  </a:cubicBezTo>
                  <a:cubicBezTo>
                    <a:pt x="33909" y="229363"/>
                    <a:pt x="28321" y="222378"/>
                    <a:pt x="23240" y="214758"/>
                  </a:cubicBezTo>
                  <a:cubicBezTo>
                    <a:pt x="18161" y="207138"/>
                    <a:pt x="13970" y="199264"/>
                    <a:pt x="10540" y="190882"/>
                  </a:cubicBezTo>
                  <a:cubicBezTo>
                    <a:pt x="7112" y="182500"/>
                    <a:pt x="4445" y="173864"/>
                    <a:pt x="2666" y="164974"/>
                  </a:cubicBezTo>
                  <a:cubicBezTo>
                    <a:pt x="889" y="156084"/>
                    <a:pt x="0" y="147067"/>
                    <a:pt x="0" y="138050"/>
                  </a:cubicBezTo>
                  <a:close/>
                </a:path>
              </a:pathLst>
            </a:custGeom>
            <a:solidFill>
              <a:srgbClr val="D1FAE5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8712704" y="281052"/>
              <a:ext cx="1545717" cy="283465"/>
            </a:xfrm>
            <a:custGeom>
              <a:avLst/>
              <a:gdLst/>
              <a:ahLst/>
              <a:cxnLst/>
              <a:rect r="r" b="b" t="t" l="l"/>
              <a:pathLst>
                <a:path h="283465" w="1545717">
                  <a:moveTo>
                    <a:pt x="0" y="141733"/>
                  </a:moveTo>
                  <a:cubicBezTo>
                    <a:pt x="0" y="132335"/>
                    <a:pt x="889" y="123191"/>
                    <a:pt x="2793" y="114047"/>
                  </a:cubicBezTo>
                  <a:lnTo>
                    <a:pt x="6858" y="114809"/>
                  </a:lnTo>
                  <a:lnTo>
                    <a:pt x="2793" y="114047"/>
                  </a:lnTo>
                  <a:cubicBezTo>
                    <a:pt x="4572" y="104903"/>
                    <a:pt x="7239" y="96013"/>
                    <a:pt x="10922" y="87377"/>
                  </a:cubicBezTo>
                  <a:lnTo>
                    <a:pt x="14732" y="89028"/>
                  </a:lnTo>
                  <a:lnTo>
                    <a:pt x="10922" y="87504"/>
                  </a:lnTo>
                  <a:cubicBezTo>
                    <a:pt x="14478" y="78868"/>
                    <a:pt x="18796" y="70740"/>
                    <a:pt x="24003" y="62992"/>
                  </a:cubicBezTo>
                  <a:lnTo>
                    <a:pt x="27432" y="65278"/>
                  </a:lnTo>
                  <a:lnTo>
                    <a:pt x="24003" y="62992"/>
                  </a:lnTo>
                  <a:cubicBezTo>
                    <a:pt x="29210" y="55245"/>
                    <a:pt x="35179" y="48006"/>
                    <a:pt x="41656" y="41529"/>
                  </a:cubicBezTo>
                  <a:cubicBezTo>
                    <a:pt x="48260" y="34925"/>
                    <a:pt x="55372" y="29083"/>
                    <a:pt x="63118" y="23876"/>
                  </a:cubicBezTo>
                  <a:cubicBezTo>
                    <a:pt x="70866" y="18669"/>
                    <a:pt x="78993" y="14351"/>
                    <a:pt x="87757" y="10795"/>
                  </a:cubicBezTo>
                  <a:lnTo>
                    <a:pt x="89281" y="14605"/>
                  </a:lnTo>
                  <a:lnTo>
                    <a:pt x="87630" y="10795"/>
                  </a:lnTo>
                  <a:cubicBezTo>
                    <a:pt x="96266" y="7239"/>
                    <a:pt x="105156" y="4572"/>
                    <a:pt x="114173" y="2667"/>
                  </a:cubicBezTo>
                  <a:cubicBezTo>
                    <a:pt x="123317" y="889"/>
                    <a:pt x="132588" y="0"/>
                    <a:pt x="141859" y="0"/>
                  </a:cubicBezTo>
                  <a:lnTo>
                    <a:pt x="141859" y="4191"/>
                  </a:lnTo>
                  <a:lnTo>
                    <a:pt x="141859" y="0"/>
                  </a:lnTo>
                  <a:lnTo>
                    <a:pt x="1403730" y="0"/>
                  </a:lnTo>
                  <a:lnTo>
                    <a:pt x="1403730" y="4191"/>
                  </a:lnTo>
                  <a:lnTo>
                    <a:pt x="1403730" y="0"/>
                  </a:lnTo>
                  <a:cubicBezTo>
                    <a:pt x="1413001" y="0"/>
                    <a:pt x="1422272" y="889"/>
                    <a:pt x="1431416" y="2667"/>
                  </a:cubicBezTo>
                  <a:cubicBezTo>
                    <a:pt x="1440560" y="4445"/>
                    <a:pt x="1449450" y="7239"/>
                    <a:pt x="1457959" y="10795"/>
                  </a:cubicBezTo>
                  <a:lnTo>
                    <a:pt x="1456308" y="14605"/>
                  </a:lnTo>
                  <a:lnTo>
                    <a:pt x="1457959" y="10795"/>
                  </a:lnTo>
                  <a:cubicBezTo>
                    <a:pt x="1466595" y="14351"/>
                    <a:pt x="1474850" y="18796"/>
                    <a:pt x="1482597" y="23876"/>
                  </a:cubicBezTo>
                  <a:cubicBezTo>
                    <a:pt x="1490344" y="29083"/>
                    <a:pt x="1497456" y="34925"/>
                    <a:pt x="1504060" y="41529"/>
                  </a:cubicBezTo>
                  <a:cubicBezTo>
                    <a:pt x="1510537" y="48133"/>
                    <a:pt x="1516506" y="55245"/>
                    <a:pt x="1521713" y="62992"/>
                  </a:cubicBezTo>
                  <a:lnTo>
                    <a:pt x="1518284" y="65278"/>
                  </a:lnTo>
                  <a:lnTo>
                    <a:pt x="1521713" y="62992"/>
                  </a:lnTo>
                  <a:cubicBezTo>
                    <a:pt x="1526920" y="70740"/>
                    <a:pt x="1531238" y="78995"/>
                    <a:pt x="1534794" y="87504"/>
                  </a:cubicBezTo>
                  <a:lnTo>
                    <a:pt x="1530984" y="89028"/>
                  </a:lnTo>
                  <a:lnTo>
                    <a:pt x="1534794" y="87377"/>
                  </a:lnTo>
                  <a:cubicBezTo>
                    <a:pt x="1538477" y="96013"/>
                    <a:pt x="1541144" y="104903"/>
                    <a:pt x="1542922" y="114047"/>
                  </a:cubicBezTo>
                  <a:cubicBezTo>
                    <a:pt x="1544700" y="123191"/>
                    <a:pt x="1545716" y="132462"/>
                    <a:pt x="1545716" y="141733"/>
                  </a:cubicBezTo>
                  <a:lnTo>
                    <a:pt x="1541525" y="141733"/>
                  </a:lnTo>
                  <a:lnTo>
                    <a:pt x="1545716" y="141733"/>
                  </a:lnTo>
                  <a:cubicBezTo>
                    <a:pt x="1545716" y="151131"/>
                    <a:pt x="1544827" y="160275"/>
                    <a:pt x="1542922" y="169419"/>
                  </a:cubicBezTo>
                  <a:cubicBezTo>
                    <a:pt x="1541144" y="178563"/>
                    <a:pt x="1538477" y="187453"/>
                    <a:pt x="1534794" y="196089"/>
                  </a:cubicBezTo>
                  <a:lnTo>
                    <a:pt x="1530984" y="194438"/>
                  </a:lnTo>
                  <a:lnTo>
                    <a:pt x="1534794" y="195962"/>
                  </a:lnTo>
                  <a:cubicBezTo>
                    <a:pt x="1531238" y="204598"/>
                    <a:pt x="1526920" y="212726"/>
                    <a:pt x="1521713" y="220473"/>
                  </a:cubicBezTo>
                  <a:lnTo>
                    <a:pt x="1518284" y="218187"/>
                  </a:lnTo>
                  <a:lnTo>
                    <a:pt x="1521713" y="220473"/>
                  </a:lnTo>
                  <a:cubicBezTo>
                    <a:pt x="1516506" y="228220"/>
                    <a:pt x="1510537" y="235459"/>
                    <a:pt x="1504060" y="241936"/>
                  </a:cubicBezTo>
                  <a:cubicBezTo>
                    <a:pt x="1497456" y="248540"/>
                    <a:pt x="1490344" y="254382"/>
                    <a:pt x="1482597" y="259589"/>
                  </a:cubicBezTo>
                  <a:cubicBezTo>
                    <a:pt x="1474850" y="264796"/>
                    <a:pt x="1466595" y="269114"/>
                    <a:pt x="1457959" y="272670"/>
                  </a:cubicBezTo>
                  <a:lnTo>
                    <a:pt x="1456308" y="268860"/>
                  </a:lnTo>
                  <a:lnTo>
                    <a:pt x="1457959" y="272670"/>
                  </a:lnTo>
                  <a:cubicBezTo>
                    <a:pt x="1449323" y="276226"/>
                    <a:pt x="1440433" y="278893"/>
                    <a:pt x="1431416" y="280798"/>
                  </a:cubicBezTo>
                  <a:cubicBezTo>
                    <a:pt x="1422272" y="282576"/>
                    <a:pt x="1413001" y="283465"/>
                    <a:pt x="1403730" y="283465"/>
                  </a:cubicBezTo>
                  <a:lnTo>
                    <a:pt x="1403730" y="279274"/>
                  </a:lnTo>
                  <a:lnTo>
                    <a:pt x="1403730" y="283465"/>
                  </a:lnTo>
                  <a:lnTo>
                    <a:pt x="141986" y="283465"/>
                  </a:lnTo>
                  <a:lnTo>
                    <a:pt x="141986" y="279274"/>
                  </a:lnTo>
                  <a:lnTo>
                    <a:pt x="141986" y="283465"/>
                  </a:lnTo>
                  <a:cubicBezTo>
                    <a:pt x="132715" y="283465"/>
                    <a:pt x="123443" y="282576"/>
                    <a:pt x="114300" y="280798"/>
                  </a:cubicBezTo>
                  <a:cubicBezTo>
                    <a:pt x="105155" y="279020"/>
                    <a:pt x="96266" y="276226"/>
                    <a:pt x="87757" y="272670"/>
                  </a:cubicBezTo>
                  <a:lnTo>
                    <a:pt x="89408" y="268860"/>
                  </a:lnTo>
                  <a:lnTo>
                    <a:pt x="87884" y="272670"/>
                  </a:lnTo>
                  <a:cubicBezTo>
                    <a:pt x="79121" y="269114"/>
                    <a:pt x="70992" y="264669"/>
                    <a:pt x="63246" y="259589"/>
                  </a:cubicBezTo>
                  <a:cubicBezTo>
                    <a:pt x="55499" y="254382"/>
                    <a:pt x="48387" y="248540"/>
                    <a:pt x="41783" y="241936"/>
                  </a:cubicBezTo>
                  <a:cubicBezTo>
                    <a:pt x="35305" y="235332"/>
                    <a:pt x="29337" y="228220"/>
                    <a:pt x="24129" y="220473"/>
                  </a:cubicBezTo>
                  <a:lnTo>
                    <a:pt x="27559" y="218187"/>
                  </a:lnTo>
                  <a:lnTo>
                    <a:pt x="24129" y="220473"/>
                  </a:lnTo>
                  <a:cubicBezTo>
                    <a:pt x="18923" y="212726"/>
                    <a:pt x="14604" y="204471"/>
                    <a:pt x="11049" y="195962"/>
                  </a:cubicBezTo>
                  <a:lnTo>
                    <a:pt x="14859" y="194438"/>
                  </a:lnTo>
                  <a:lnTo>
                    <a:pt x="11049" y="196089"/>
                  </a:lnTo>
                  <a:cubicBezTo>
                    <a:pt x="7366" y="187453"/>
                    <a:pt x="4699" y="178563"/>
                    <a:pt x="2921" y="169419"/>
                  </a:cubicBezTo>
                  <a:lnTo>
                    <a:pt x="6985" y="168657"/>
                  </a:lnTo>
                  <a:lnTo>
                    <a:pt x="2921" y="169419"/>
                  </a:lnTo>
                  <a:cubicBezTo>
                    <a:pt x="1142" y="160275"/>
                    <a:pt x="127" y="151004"/>
                    <a:pt x="127" y="141733"/>
                  </a:cubicBezTo>
                  <a:lnTo>
                    <a:pt x="4317" y="141733"/>
                  </a:lnTo>
                  <a:lnTo>
                    <a:pt x="127" y="141733"/>
                  </a:lnTo>
                  <a:moveTo>
                    <a:pt x="8509" y="141733"/>
                  </a:moveTo>
                  <a:cubicBezTo>
                    <a:pt x="8509" y="150496"/>
                    <a:pt x="9398" y="159259"/>
                    <a:pt x="11049" y="167768"/>
                  </a:cubicBezTo>
                  <a:cubicBezTo>
                    <a:pt x="12700" y="176277"/>
                    <a:pt x="15240" y="184786"/>
                    <a:pt x="18668" y="192787"/>
                  </a:cubicBezTo>
                  <a:cubicBezTo>
                    <a:pt x="21971" y="200915"/>
                    <a:pt x="26162" y="208535"/>
                    <a:pt x="30988" y="215901"/>
                  </a:cubicBezTo>
                  <a:cubicBezTo>
                    <a:pt x="35814" y="223267"/>
                    <a:pt x="41402" y="229998"/>
                    <a:pt x="47625" y="236221"/>
                  </a:cubicBezTo>
                  <a:lnTo>
                    <a:pt x="44704" y="239142"/>
                  </a:lnTo>
                  <a:lnTo>
                    <a:pt x="47625" y="236221"/>
                  </a:lnTo>
                  <a:cubicBezTo>
                    <a:pt x="53848" y="242444"/>
                    <a:pt x="60579" y="248032"/>
                    <a:pt x="67945" y="252858"/>
                  </a:cubicBezTo>
                  <a:lnTo>
                    <a:pt x="65659" y="256287"/>
                  </a:lnTo>
                  <a:lnTo>
                    <a:pt x="67945" y="252858"/>
                  </a:lnTo>
                  <a:cubicBezTo>
                    <a:pt x="75184" y="257684"/>
                    <a:pt x="82930" y="261875"/>
                    <a:pt x="91059" y="265177"/>
                  </a:cubicBezTo>
                  <a:cubicBezTo>
                    <a:pt x="99187" y="268479"/>
                    <a:pt x="107568" y="271019"/>
                    <a:pt x="116078" y="272797"/>
                  </a:cubicBezTo>
                  <a:lnTo>
                    <a:pt x="115316" y="276861"/>
                  </a:lnTo>
                  <a:lnTo>
                    <a:pt x="116078" y="272797"/>
                  </a:lnTo>
                  <a:cubicBezTo>
                    <a:pt x="124714" y="274448"/>
                    <a:pt x="133477" y="275337"/>
                    <a:pt x="142113" y="275337"/>
                  </a:cubicBezTo>
                  <a:lnTo>
                    <a:pt x="1403984" y="275337"/>
                  </a:lnTo>
                  <a:cubicBezTo>
                    <a:pt x="1412747" y="275337"/>
                    <a:pt x="1421510" y="274448"/>
                    <a:pt x="1430019" y="272797"/>
                  </a:cubicBezTo>
                  <a:lnTo>
                    <a:pt x="1430781" y="276861"/>
                  </a:lnTo>
                  <a:lnTo>
                    <a:pt x="1430019" y="272797"/>
                  </a:lnTo>
                  <a:cubicBezTo>
                    <a:pt x="1438655" y="271146"/>
                    <a:pt x="1446910" y="268606"/>
                    <a:pt x="1455038" y="265177"/>
                  </a:cubicBezTo>
                  <a:cubicBezTo>
                    <a:pt x="1463166" y="261748"/>
                    <a:pt x="1470913" y="257684"/>
                    <a:pt x="1478279" y="252858"/>
                  </a:cubicBezTo>
                  <a:lnTo>
                    <a:pt x="1480565" y="256287"/>
                  </a:lnTo>
                  <a:lnTo>
                    <a:pt x="1478279" y="252858"/>
                  </a:lnTo>
                  <a:cubicBezTo>
                    <a:pt x="1485518" y="248032"/>
                    <a:pt x="1492249" y="242444"/>
                    <a:pt x="1498599" y="236221"/>
                  </a:cubicBezTo>
                  <a:lnTo>
                    <a:pt x="1501520" y="239142"/>
                  </a:lnTo>
                  <a:lnTo>
                    <a:pt x="1498599" y="236221"/>
                  </a:lnTo>
                  <a:cubicBezTo>
                    <a:pt x="1504822" y="229998"/>
                    <a:pt x="1510410" y="223267"/>
                    <a:pt x="1515236" y="215901"/>
                  </a:cubicBezTo>
                  <a:cubicBezTo>
                    <a:pt x="1520062" y="208535"/>
                    <a:pt x="1524253" y="200915"/>
                    <a:pt x="1527555" y="192787"/>
                  </a:cubicBezTo>
                  <a:cubicBezTo>
                    <a:pt x="1530984" y="184659"/>
                    <a:pt x="1533524" y="176404"/>
                    <a:pt x="1535175" y="167768"/>
                  </a:cubicBezTo>
                  <a:lnTo>
                    <a:pt x="1539239" y="168530"/>
                  </a:lnTo>
                  <a:lnTo>
                    <a:pt x="1535175" y="167768"/>
                  </a:lnTo>
                  <a:cubicBezTo>
                    <a:pt x="1536826" y="159132"/>
                    <a:pt x="1537715" y="150496"/>
                    <a:pt x="1537715" y="141733"/>
                  </a:cubicBezTo>
                  <a:cubicBezTo>
                    <a:pt x="1537715" y="132970"/>
                    <a:pt x="1536826" y="124207"/>
                    <a:pt x="1535175" y="115698"/>
                  </a:cubicBezTo>
                  <a:lnTo>
                    <a:pt x="1539239" y="114936"/>
                  </a:lnTo>
                  <a:lnTo>
                    <a:pt x="1535175" y="115698"/>
                  </a:lnTo>
                  <a:cubicBezTo>
                    <a:pt x="1533524" y="107062"/>
                    <a:pt x="1530984" y="98680"/>
                    <a:pt x="1527555" y="90679"/>
                  </a:cubicBezTo>
                  <a:cubicBezTo>
                    <a:pt x="1524253" y="82551"/>
                    <a:pt x="1520062" y="74931"/>
                    <a:pt x="1515236" y="67565"/>
                  </a:cubicBezTo>
                  <a:cubicBezTo>
                    <a:pt x="1510410" y="60198"/>
                    <a:pt x="1504822" y="53467"/>
                    <a:pt x="1498599" y="47244"/>
                  </a:cubicBezTo>
                  <a:lnTo>
                    <a:pt x="1501520" y="44323"/>
                  </a:lnTo>
                  <a:lnTo>
                    <a:pt x="1498599" y="47244"/>
                  </a:lnTo>
                  <a:cubicBezTo>
                    <a:pt x="1492376" y="41021"/>
                    <a:pt x="1485645" y="35433"/>
                    <a:pt x="1478279" y="30607"/>
                  </a:cubicBezTo>
                  <a:lnTo>
                    <a:pt x="1480565" y="27178"/>
                  </a:lnTo>
                  <a:lnTo>
                    <a:pt x="1478279" y="30607"/>
                  </a:lnTo>
                  <a:cubicBezTo>
                    <a:pt x="1471040" y="25781"/>
                    <a:pt x="1463166" y="21590"/>
                    <a:pt x="1455038" y="18288"/>
                  </a:cubicBezTo>
                  <a:cubicBezTo>
                    <a:pt x="1446910" y="14986"/>
                    <a:pt x="1438528" y="12446"/>
                    <a:pt x="1430019" y="10668"/>
                  </a:cubicBezTo>
                  <a:lnTo>
                    <a:pt x="1430781" y="6604"/>
                  </a:lnTo>
                  <a:lnTo>
                    <a:pt x="1430019" y="10668"/>
                  </a:lnTo>
                  <a:cubicBezTo>
                    <a:pt x="1421383" y="9017"/>
                    <a:pt x="1412620" y="8128"/>
                    <a:pt x="1403984" y="8128"/>
                  </a:cubicBezTo>
                  <a:lnTo>
                    <a:pt x="141986" y="8128"/>
                  </a:lnTo>
                  <a:cubicBezTo>
                    <a:pt x="133223" y="8128"/>
                    <a:pt x="124460" y="9017"/>
                    <a:pt x="115951" y="10668"/>
                  </a:cubicBezTo>
                  <a:lnTo>
                    <a:pt x="115189" y="6604"/>
                  </a:lnTo>
                  <a:lnTo>
                    <a:pt x="115951" y="10668"/>
                  </a:lnTo>
                  <a:cubicBezTo>
                    <a:pt x="107315" y="12319"/>
                    <a:pt x="99060" y="14859"/>
                    <a:pt x="90932" y="18288"/>
                  </a:cubicBezTo>
                  <a:cubicBezTo>
                    <a:pt x="82804" y="21590"/>
                    <a:pt x="75057" y="25781"/>
                    <a:pt x="67817" y="30607"/>
                  </a:cubicBezTo>
                  <a:lnTo>
                    <a:pt x="65532" y="27178"/>
                  </a:lnTo>
                  <a:lnTo>
                    <a:pt x="67817" y="30607"/>
                  </a:lnTo>
                  <a:cubicBezTo>
                    <a:pt x="60579" y="35433"/>
                    <a:pt x="53848" y="41021"/>
                    <a:pt x="47498" y="47244"/>
                  </a:cubicBezTo>
                  <a:lnTo>
                    <a:pt x="44577" y="44323"/>
                  </a:lnTo>
                  <a:lnTo>
                    <a:pt x="47498" y="47244"/>
                  </a:lnTo>
                  <a:cubicBezTo>
                    <a:pt x="41275" y="53467"/>
                    <a:pt x="35687" y="60198"/>
                    <a:pt x="30861" y="67565"/>
                  </a:cubicBezTo>
                  <a:cubicBezTo>
                    <a:pt x="26035" y="74931"/>
                    <a:pt x="21843" y="82551"/>
                    <a:pt x="18542" y="90679"/>
                  </a:cubicBezTo>
                  <a:cubicBezTo>
                    <a:pt x="15113" y="98807"/>
                    <a:pt x="12573" y="107062"/>
                    <a:pt x="10922" y="115698"/>
                  </a:cubicBezTo>
                  <a:cubicBezTo>
                    <a:pt x="9271" y="124334"/>
                    <a:pt x="8382" y="132970"/>
                    <a:pt x="8382" y="141733"/>
                  </a:cubicBezTo>
                  <a:close/>
                </a:path>
              </a:pathLst>
            </a:custGeom>
            <a:solidFill>
              <a:srgbClr val="A7F3D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54875" y="1787620"/>
            <a:ext cx="216114" cy="382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F59E0B"/>
                </a:solidFill>
                <a:latin typeface="Arimo"/>
                <a:ea typeface="Arimo"/>
                <a:cs typeface="Arimo"/>
                <a:sym typeface="Arimo"/>
              </a:rPr>
              <a:t>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6259" y="1798803"/>
            <a:ext cx="2417763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1E3A8A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Key Innovations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99424" y="3818760"/>
            <a:ext cx="3365023" cy="292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2224">
                <a:solidFill>
                  <a:srgbClr val="FFFFFF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Final Outcome</a:t>
            </a:r>
          </a:p>
          <a:p>
            <a:pPr algn="l">
              <a:lnSpc>
                <a:spcPts val="3114"/>
              </a:lnSpc>
            </a:pPr>
            <a:r>
              <a:rPr lang="en-US" sz="19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The developed framework provides a powerful </a:t>
            </a:r>
            <a:r>
              <a:rPr lang="en-US" sz="1957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computational tool</a:t>
            </a:r>
            <a:r>
              <a:rPr lang="en-US" sz="1957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for the rapid analysis, design, and optimization of liquid–liquid extraction processes.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56318" y="3050922"/>
            <a:ext cx="345786" cy="35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2563EB"/>
                </a:solidFill>
                <a:latin typeface="Arimo"/>
                <a:ea typeface="Arimo"/>
                <a:cs typeface="Arimo"/>
                <a:sym typeface="Arimo"/>
              </a:rPr>
              <a:t>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3095" y="5452262"/>
            <a:ext cx="311218" cy="35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7C3AED"/>
                </a:solidFill>
                <a:latin typeface="Arimo"/>
                <a:ea typeface="Arimo"/>
                <a:cs typeface="Arimo"/>
                <a:sym typeface="Arimo"/>
              </a:rPr>
              <a:t>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3095" y="7556955"/>
            <a:ext cx="311218" cy="35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9"/>
              </a:lnSpc>
            </a:pPr>
            <a:r>
              <a:rPr lang="en-US" sz="2135">
                <a:solidFill>
                  <a:srgbClr val="DB2777"/>
                </a:solidFill>
                <a:latin typeface="Arimo"/>
                <a:ea typeface="Arimo"/>
                <a:cs typeface="Arimo"/>
                <a:sym typeface="Arimo"/>
              </a:rPr>
              <a:t>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155537" y="7436641"/>
            <a:ext cx="3932090" cy="119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Interactive Digital Twin</a:t>
            </a:r>
          </a:p>
          <a:p>
            <a:pPr algn="l">
              <a:lnSpc>
                <a:spcPts val="2224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Developed a GUI tool allowing real-time parameter adjustment, visualization of equilibria, and dynamic process analysis.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155537" y="2930608"/>
            <a:ext cx="4012833" cy="1481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AI-Assisted Optimization</a:t>
            </a:r>
          </a:p>
          <a:p>
            <a:pPr algn="l">
              <a:lnSpc>
                <a:spcPts val="2224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Implemented machine learning to predict extraction efficiency instantly, bypassing computationally expensive iterative simulations.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155537" y="5331948"/>
            <a:ext cx="4404891" cy="1198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1"/>
              </a:lnSpc>
            </a:pPr>
            <a:r>
              <a:rPr lang="en-US" sz="1779">
                <a:solidFill>
                  <a:srgbClr val="1F293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Hybrid Modeling Framework</a:t>
            </a:r>
          </a:p>
          <a:p>
            <a:pPr algn="just">
              <a:lnSpc>
                <a:spcPts val="2224"/>
              </a:lnSpc>
            </a:pPr>
            <a:r>
              <a:rPr lang="en-US" sz="1601">
                <a:solidFill>
                  <a:srgbClr val="4B5563"/>
                </a:solidFill>
                <a:latin typeface="Arimo"/>
                <a:ea typeface="Arimo"/>
                <a:cs typeface="Arimo"/>
                <a:sym typeface="Arimo"/>
              </a:rPr>
              <a:t>Seamlessly integrated rigorous physics-based mass transfer models with data-driven neural networks for robust accuracy.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843041" y="4649502"/>
            <a:ext cx="269583" cy="26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4F46E5"/>
                </a:solidFill>
                <a:latin typeface="Arimo"/>
                <a:ea typeface="Arimo"/>
                <a:cs typeface="Arimo"/>
                <a:sym typeface="Arimo"/>
              </a:rPr>
              <a:t>KA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836408" y="5624165"/>
            <a:ext cx="283043" cy="26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166534"/>
                </a:solidFill>
                <a:latin typeface="Arimo"/>
                <a:ea typeface="Arimo"/>
                <a:cs typeface="Arimo"/>
                <a:sym typeface="Arimo"/>
              </a:rPr>
              <a:t>GR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7847662" y="6598827"/>
            <a:ext cx="259955" cy="268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601">
                <a:solidFill>
                  <a:srgbClr val="9A3412"/>
                </a:solidFill>
                <a:latin typeface="Arimo"/>
                <a:ea typeface="Arimo"/>
                <a:cs typeface="Arimo"/>
                <a:sym typeface="Arimo"/>
              </a:rPr>
              <a:t>AY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692729" y="2130588"/>
            <a:ext cx="316982" cy="343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3B82F6"/>
                </a:solidFill>
                <a:latin typeface="Arimo"/>
                <a:ea typeface="Arimo"/>
                <a:cs typeface="Arimo"/>
                <a:sym typeface="Arimo"/>
              </a:rPr>
              <a:t>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116488" y="2141578"/>
            <a:ext cx="2620191" cy="347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0"/>
              </a:lnSpc>
            </a:pPr>
            <a:r>
              <a:rPr lang="en-US" sz="1957">
                <a:solidFill>
                  <a:srgbClr val="334155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Team Contributions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27256" y="6420581"/>
            <a:ext cx="2761745" cy="58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Ayush</a:t>
            </a:r>
          </a:p>
          <a:p>
            <a:pPr algn="l">
              <a:lnSpc>
                <a:spcPts val="1993"/>
              </a:lnSpc>
            </a:pPr>
            <a:r>
              <a:rPr lang="en-US" sz="1423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Equilibrium Modeling &amp; GUI Dev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427256" y="5398294"/>
            <a:ext cx="3298979" cy="64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69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Grishma</a:t>
            </a:r>
          </a:p>
          <a:p>
            <a:pPr algn="l">
              <a:lnSpc>
                <a:spcPts val="1993"/>
              </a:lnSpc>
            </a:pPr>
            <a:r>
              <a:rPr lang="en-US" sz="1423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SimulationAlgorithms (Cross/Counter)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326167" y="5756416"/>
            <a:ext cx="47914" cy="28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423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427256" y="4423647"/>
            <a:ext cx="839758" cy="342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3"/>
              </a:lnSpc>
            </a:pPr>
            <a:r>
              <a:rPr lang="en-US" sz="1690">
                <a:solidFill>
                  <a:srgbClr val="334155"/>
                </a:solidFill>
                <a:latin typeface="Arimo"/>
                <a:ea typeface="Arimo"/>
                <a:cs typeface="Arimo"/>
                <a:sym typeface="Arimo"/>
              </a:rPr>
              <a:t>Kaushal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145876" y="4781753"/>
            <a:ext cx="47914" cy="28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8"/>
              </a:lnSpc>
            </a:pPr>
            <a:r>
              <a:rPr lang="en-US" sz="1423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427256" y="4819853"/>
            <a:ext cx="2872773" cy="24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3"/>
              </a:lnSpc>
            </a:pPr>
            <a:r>
              <a:rPr lang="en-US" sz="1423">
                <a:solidFill>
                  <a:srgbClr val="64748B"/>
                </a:solidFill>
                <a:latin typeface="Arimo"/>
                <a:ea typeface="Arimo"/>
                <a:cs typeface="Arimo"/>
                <a:sym typeface="Arimo"/>
              </a:rPr>
              <a:t>MachineLearning &amp; Optimization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757666" y="9287197"/>
            <a:ext cx="2279300" cy="221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8"/>
              </a:lnSpc>
            </a:pPr>
            <a:r>
              <a:rPr lang="en-US" sz="1334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COURSE: MASS TRANSFER II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639560" y="7373895"/>
            <a:ext cx="230524" cy="30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1"/>
              </a:lnSpc>
            </a:pPr>
            <a:r>
              <a:rPr lang="en-US" sz="1779">
                <a:solidFill>
                  <a:srgbClr val="FBBF24"/>
                </a:solidFill>
                <a:latin typeface="Arimo"/>
                <a:ea typeface="Arimo"/>
                <a:cs typeface="Arimo"/>
                <a:sym typeface="Arimo"/>
              </a:rPr>
              <a:t>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978567" y="7417456"/>
            <a:ext cx="2177064" cy="26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DBEAFE"/>
                </a:solidFill>
                <a:latin typeface="Arimo"/>
                <a:ea typeface="Arimo"/>
                <a:cs typeface="Arimo"/>
                <a:sym typeface="Arimo"/>
              </a:rPr>
              <a:t>Ready for Deployment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282062" y="582179"/>
            <a:ext cx="1854414" cy="26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047857"/>
                </a:solidFill>
                <a:latin typeface="Arimo"/>
                <a:ea typeface="Arimo"/>
                <a:cs typeface="Arimo"/>
                <a:sym typeface="Arimo"/>
              </a:rPr>
              <a:t> Project Completed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464644" y="1910236"/>
            <a:ext cx="605129" cy="903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5338">
                <a:solidFill>
                  <a:srgbClr val="38BDF8"/>
                </a:solidFill>
                <a:latin typeface="Arimo"/>
                <a:ea typeface="Arimo"/>
                <a:cs typeface="Arimo"/>
                <a:sym typeface="Arimo"/>
              </a:rPr>
              <a:t>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54875" y="506820"/>
            <a:ext cx="7922721" cy="54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2"/>
              </a:lnSpc>
            </a:pPr>
            <a:r>
              <a:rPr lang="en-US" sz="4004">
                <a:solidFill>
                  <a:srgbClr val="111827"/>
                </a:solidFill>
                <a:latin typeface="Montserrat Thin"/>
                <a:ea typeface="Montserrat Thin"/>
                <a:cs typeface="Montserrat Thin"/>
                <a:sym typeface="Montserrat Thin"/>
              </a:rPr>
              <a:t>Innovation &amp; Team Expertise</a:t>
            </a:r>
          </a:p>
          <a:p>
            <a:pPr algn="l">
              <a:lnSpc>
                <a:spcPts val="3892"/>
              </a:lnSpc>
            </a:pPr>
            <a:r>
              <a:rPr lang="en-US" sz="1557" spc="38">
                <a:solidFill>
                  <a:srgbClr val="6B7280"/>
                </a:solidFill>
                <a:latin typeface="Arimo"/>
                <a:ea typeface="Arimo"/>
                <a:cs typeface="Arimo"/>
                <a:sym typeface="Arimo"/>
              </a:rPr>
              <a:t>PROJECT CONCLUSIONS &amp; CONTRIBUTIONS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971311" y="559397"/>
            <a:ext cx="201704" cy="265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9"/>
              </a:lnSpc>
            </a:pPr>
            <a:r>
              <a:rPr lang="en-US" sz="1557">
                <a:solidFill>
                  <a:srgbClr val="047857"/>
                </a:solidFill>
                <a:latin typeface="Arimo"/>
                <a:ea typeface="Arimo"/>
                <a:cs typeface="Arimo"/>
                <a:sym typeface="Arimo"/>
              </a:rPr>
              <a:t>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0"/>
            <a:ext cx="16166667" cy="10679234"/>
          </a:xfrm>
          <a:custGeom>
            <a:avLst/>
            <a:gdLst/>
            <a:ahLst/>
            <a:cxnLst/>
            <a:rect r="r" b="b" t="t" l="l"/>
            <a:pathLst>
              <a:path h="10679234" w="16166667">
                <a:moveTo>
                  <a:pt x="0" y="0"/>
                </a:moveTo>
                <a:lnTo>
                  <a:pt x="16166667" y="0"/>
                </a:lnTo>
                <a:lnTo>
                  <a:pt x="16166667" y="10679234"/>
                </a:lnTo>
                <a:lnTo>
                  <a:pt x="0" y="10679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29" r="0" b="-42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DAHD2PzjW_k</dc:identifier>
  <dcterms:modified xsi:type="dcterms:W3CDTF">2011-08-01T06:04:30Z</dcterms:modified>
  <cp:revision>1</cp:revision>
  <dc:title>Problem Statement &amp; Objective Context and Goals of the Mass Transfer II Project</dc:title>
</cp:coreProperties>
</file>